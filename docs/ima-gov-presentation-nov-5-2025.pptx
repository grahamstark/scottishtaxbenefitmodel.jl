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1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1" r:id="rId4"/>
    <p:sldMasterId id="2147483703" r:id="rId5"/>
    <p:sldMasterId id="2147483648" r:id="rId6"/>
    <p:sldMasterId id="2147483682" r:id="rId7"/>
  </p:sldMasterIdLst>
  <p:notesMasterIdLst>
    <p:notesMasterId r:id="rId19"/>
  </p:notesMasterIdLst>
  <p:sldIdLst>
    <p:sldId id="256" r:id="rId8"/>
    <p:sldId id="276" r:id="rId9"/>
    <p:sldId id="284" r:id="rId10"/>
    <p:sldId id="278" r:id="rId11"/>
    <p:sldId id="279" r:id="rId12"/>
    <p:sldId id="281" r:id="rId13"/>
    <p:sldId id="280" r:id="rId14"/>
    <p:sldId id="283" r:id="rId15"/>
    <p:sldId id="285" r:id="rId16"/>
    <p:sldId id="287" r:id="rId17"/>
    <p:sldId id="286" r:id="rId18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7B1C70-96EE-4FC5-B7EA-55AE0B5E4F4A}" v="49" dt="2025-10-30T19:27:42.5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ham Stark" userId="3d3cba44-62a2-41ac-b17c-7d15f006387b" providerId="ADAL" clId="{F675E3CE-1618-428C-B357-D93C6797348E}"/>
    <pc:docChg chg="undo custSel addSld delSld modSld sldOrd">
      <pc:chgData name="Graham Stark" userId="3d3cba44-62a2-41ac-b17c-7d15f006387b" providerId="ADAL" clId="{F675E3CE-1618-428C-B357-D93C6797348E}" dt="2025-10-30T19:29:57.635" v="4185"/>
      <pc:docMkLst>
        <pc:docMk/>
      </pc:docMkLst>
      <pc:sldChg chg="addSp delSp modSp mod">
        <pc:chgData name="Graham Stark" userId="3d3cba44-62a2-41ac-b17c-7d15f006387b" providerId="ADAL" clId="{F675E3CE-1618-428C-B357-D93C6797348E}" dt="2025-10-30T19:25:07.216" v="3971" actId="478"/>
        <pc:sldMkLst>
          <pc:docMk/>
          <pc:sldMk cId="3443602669" sldId="256"/>
        </pc:sldMkLst>
        <pc:spChg chg="mod">
          <ac:chgData name="Graham Stark" userId="3d3cba44-62a2-41ac-b17c-7d15f006387b" providerId="ADAL" clId="{F675E3CE-1618-428C-B357-D93C6797348E}" dt="2025-10-28T18:32:26.203" v="99" actId="20577"/>
          <ac:spMkLst>
            <pc:docMk/>
            <pc:sldMk cId="3443602669" sldId="256"/>
            <ac:spMk id="2" creationId="{00000000-0000-0000-0000-000000000000}"/>
          </ac:spMkLst>
        </pc:spChg>
        <pc:spChg chg="del mod">
          <ac:chgData name="Graham Stark" userId="3d3cba44-62a2-41ac-b17c-7d15f006387b" providerId="ADAL" clId="{F675E3CE-1618-428C-B357-D93C6797348E}" dt="2025-10-30T19:25:07.216" v="3971" actId="478"/>
          <ac:spMkLst>
            <pc:docMk/>
            <pc:sldMk cId="3443602669" sldId="256"/>
            <ac:spMk id="3" creationId="{00000000-0000-0000-0000-000000000000}"/>
          </ac:spMkLst>
        </pc:spChg>
        <pc:spChg chg="add mod">
          <ac:chgData name="Graham Stark" userId="3d3cba44-62a2-41ac-b17c-7d15f006387b" providerId="ADAL" clId="{F675E3CE-1618-428C-B357-D93C6797348E}" dt="2025-10-30T19:25:07.216" v="3971" actId="478"/>
          <ac:spMkLst>
            <pc:docMk/>
            <pc:sldMk cId="3443602669" sldId="256"/>
            <ac:spMk id="5" creationId="{0BDFE81A-2ACB-08F2-C730-2F19FCCC47A5}"/>
          </ac:spMkLst>
        </pc:spChg>
      </pc:sldChg>
      <pc:sldChg chg="del">
        <pc:chgData name="Graham Stark" userId="3d3cba44-62a2-41ac-b17c-7d15f006387b" providerId="ADAL" clId="{F675E3CE-1618-428C-B357-D93C6797348E}" dt="2025-10-29T18:13:42.308" v="1696" actId="47"/>
        <pc:sldMkLst>
          <pc:docMk/>
          <pc:sldMk cId="1913466100" sldId="266"/>
        </pc:sldMkLst>
      </pc:sldChg>
      <pc:sldChg chg="del">
        <pc:chgData name="Graham Stark" userId="3d3cba44-62a2-41ac-b17c-7d15f006387b" providerId="ADAL" clId="{F675E3CE-1618-428C-B357-D93C6797348E}" dt="2025-10-29T18:13:38.444" v="1695" actId="47"/>
        <pc:sldMkLst>
          <pc:docMk/>
          <pc:sldMk cId="763802089" sldId="267"/>
        </pc:sldMkLst>
      </pc:sldChg>
      <pc:sldChg chg="del">
        <pc:chgData name="Graham Stark" userId="3d3cba44-62a2-41ac-b17c-7d15f006387b" providerId="ADAL" clId="{F675E3CE-1618-428C-B357-D93C6797348E}" dt="2025-10-29T18:13:35.902" v="1694" actId="47"/>
        <pc:sldMkLst>
          <pc:docMk/>
          <pc:sldMk cId="788316519" sldId="268"/>
        </pc:sldMkLst>
      </pc:sldChg>
      <pc:sldChg chg="del">
        <pc:chgData name="Graham Stark" userId="3d3cba44-62a2-41ac-b17c-7d15f006387b" providerId="ADAL" clId="{F675E3CE-1618-428C-B357-D93C6797348E}" dt="2025-10-30T17:51:17.925" v="3194" actId="47"/>
        <pc:sldMkLst>
          <pc:docMk/>
          <pc:sldMk cId="2596982007" sldId="269"/>
        </pc:sldMkLst>
      </pc:sldChg>
      <pc:sldChg chg="del">
        <pc:chgData name="Graham Stark" userId="3d3cba44-62a2-41ac-b17c-7d15f006387b" providerId="ADAL" clId="{F675E3CE-1618-428C-B357-D93C6797348E}" dt="2025-10-30T17:51:16.029" v="3193" actId="47"/>
        <pc:sldMkLst>
          <pc:docMk/>
          <pc:sldMk cId="885397953" sldId="270"/>
        </pc:sldMkLst>
      </pc:sldChg>
      <pc:sldChg chg="del">
        <pc:chgData name="Graham Stark" userId="3d3cba44-62a2-41ac-b17c-7d15f006387b" providerId="ADAL" clId="{F675E3CE-1618-428C-B357-D93C6797348E}" dt="2025-10-30T17:51:15.173" v="3192" actId="47"/>
        <pc:sldMkLst>
          <pc:docMk/>
          <pc:sldMk cId="1605174110" sldId="271"/>
        </pc:sldMkLst>
      </pc:sldChg>
      <pc:sldChg chg="del">
        <pc:chgData name="Graham Stark" userId="3d3cba44-62a2-41ac-b17c-7d15f006387b" providerId="ADAL" clId="{F675E3CE-1618-428C-B357-D93C6797348E}" dt="2025-10-30T17:51:14.289" v="3191" actId="47"/>
        <pc:sldMkLst>
          <pc:docMk/>
          <pc:sldMk cId="1731297773" sldId="272"/>
        </pc:sldMkLst>
      </pc:sldChg>
      <pc:sldChg chg="del">
        <pc:chgData name="Graham Stark" userId="3d3cba44-62a2-41ac-b17c-7d15f006387b" providerId="ADAL" clId="{F675E3CE-1618-428C-B357-D93C6797348E}" dt="2025-10-30T17:51:13.064" v="3190" actId="47"/>
        <pc:sldMkLst>
          <pc:docMk/>
          <pc:sldMk cId="493571109" sldId="273"/>
        </pc:sldMkLst>
      </pc:sldChg>
      <pc:sldChg chg="del ord">
        <pc:chgData name="Graham Stark" userId="3d3cba44-62a2-41ac-b17c-7d15f006387b" providerId="ADAL" clId="{F675E3CE-1618-428C-B357-D93C6797348E}" dt="2025-10-30T17:51:11.439" v="3189" actId="47"/>
        <pc:sldMkLst>
          <pc:docMk/>
          <pc:sldMk cId="3863838650" sldId="274"/>
        </pc:sldMkLst>
      </pc:sldChg>
      <pc:sldChg chg="modSp del mod">
        <pc:chgData name="Graham Stark" userId="3d3cba44-62a2-41ac-b17c-7d15f006387b" providerId="ADAL" clId="{F675E3CE-1618-428C-B357-D93C6797348E}" dt="2025-10-30T17:51:57.717" v="3195" actId="47"/>
        <pc:sldMkLst>
          <pc:docMk/>
          <pc:sldMk cId="327994568" sldId="275"/>
        </pc:sldMkLst>
      </pc:sldChg>
      <pc:sldChg chg="addSp delSp modSp new mod modClrScheme chgLayout">
        <pc:chgData name="Graham Stark" userId="3d3cba44-62a2-41ac-b17c-7d15f006387b" providerId="ADAL" clId="{F675E3CE-1618-428C-B357-D93C6797348E}" dt="2025-10-30T19:26:24.136" v="4016" actId="20577"/>
        <pc:sldMkLst>
          <pc:docMk/>
          <pc:sldMk cId="3162728165" sldId="276"/>
        </pc:sldMkLst>
        <pc:spChg chg="mod ord">
          <ac:chgData name="Graham Stark" userId="3d3cba44-62a2-41ac-b17c-7d15f006387b" providerId="ADAL" clId="{F675E3CE-1618-428C-B357-D93C6797348E}" dt="2025-10-28T18:34:16.651" v="126" actId="700"/>
          <ac:spMkLst>
            <pc:docMk/>
            <pc:sldMk cId="3162728165" sldId="276"/>
            <ac:spMk id="2" creationId="{B2A46414-2791-393F-3293-8810B63C2EFF}"/>
          </ac:spMkLst>
        </pc:spChg>
        <pc:spChg chg="add mod ord">
          <ac:chgData name="Graham Stark" userId="3d3cba44-62a2-41ac-b17c-7d15f006387b" providerId="ADAL" clId="{F675E3CE-1618-428C-B357-D93C6797348E}" dt="2025-10-30T19:26:24.136" v="4016" actId="20577"/>
          <ac:spMkLst>
            <pc:docMk/>
            <pc:sldMk cId="3162728165" sldId="276"/>
            <ac:spMk id="4" creationId="{21219EF2-61E5-5F60-D121-DF288C766E49}"/>
          </ac:spMkLst>
        </pc:spChg>
      </pc:sldChg>
      <pc:sldChg chg="add del">
        <pc:chgData name="Graham Stark" userId="3d3cba44-62a2-41ac-b17c-7d15f006387b" providerId="ADAL" clId="{F675E3CE-1618-428C-B357-D93C6797348E}" dt="2025-10-29T18:13:04.879" v="1693" actId="47"/>
        <pc:sldMkLst>
          <pc:docMk/>
          <pc:sldMk cId="859173380" sldId="277"/>
        </pc:sldMkLst>
      </pc:sldChg>
      <pc:sldChg chg="addSp delSp modSp add mod">
        <pc:chgData name="Graham Stark" userId="3d3cba44-62a2-41ac-b17c-7d15f006387b" providerId="ADAL" clId="{F675E3CE-1618-428C-B357-D93C6797348E}" dt="2025-10-30T19:27:00.901" v="4032" actId="20577"/>
        <pc:sldMkLst>
          <pc:docMk/>
          <pc:sldMk cId="535974412" sldId="278"/>
        </pc:sldMkLst>
        <pc:spChg chg="mod">
          <ac:chgData name="Graham Stark" userId="3d3cba44-62a2-41ac-b17c-7d15f006387b" providerId="ADAL" clId="{F675E3CE-1618-428C-B357-D93C6797348E}" dt="2025-10-30T19:27:00.901" v="4032" actId="20577"/>
          <ac:spMkLst>
            <pc:docMk/>
            <pc:sldMk cId="535974412" sldId="278"/>
            <ac:spMk id="2" creationId="{C263ED5A-10A6-BAB4-F3E1-94A9E793A922}"/>
          </ac:spMkLst>
        </pc:spChg>
        <pc:spChg chg="del mod">
          <ac:chgData name="Graham Stark" userId="3d3cba44-62a2-41ac-b17c-7d15f006387b" providerId="ADAL" clId="{F675E3CE-1618-428C-B357-D93C6797348E}" dt="2025-10-29T09:28:14.415" v="1150" actId="478"/>
          <ac:spMkLst>
            <pc:docMk/>
            <pc:sldMk cId="535974412" sldId="278"/>
            <ac:spMk id="3" creationId="{65D8008E-8952-1779-3811-5C04889204A8}"/>
          </ac:spMkLst>
        </pc:spChg>
        <pc:spChg chg="add mod">
          <ac:chgData name="Graham Stark" userId="3d3cba44-62a2-41ac-b17c-7d15f006387b" providerId="ADAL" clId="{F675E3CE-1618-428C-B357-D93C6797348E}" dt="2025-10-30T17:50:42.135" v="3188" actId="20577"/>
          <ac:spMkLst>
            <pc:docMk/>
            <pc:sldMk cId="535974412" sldId="278"/>
            <ac:spMk id="6" creationId="{DC82E21A-8103-29F0-9FBF-32C83E3B477D}"/>
          </ac:spMkLst>
        </pc:spChg>
        <pc:picChg chg="add mod">
          <ac:chgData name="Graham Stark" userId="3d3cba44-62a2-41ac-b17c-7d15f006387b" providerId="ADAL" clId="{F675E3CE-1618-428C-B357-D93C6797348E}" dt="2025-10-29T09:28:09.239" v="1149" actId="1076"/>
          <ac:picMkLst>
            <pc:docMk/>
            <pc:sldMk cId="535974412" sldId="278"/>
            <ac:picMk id="5" creationId="{4928ECA1-ED0C-D0F3-7724-841D75AC438B}"/>
          </ac:picMkLst>
        </pc:picChg>
      </pc:sldChg>
      <pc:sldChg chg="add del">
        <pc:chgData name="Graham Stark" userId="3d3cba44-62a2-41ac-b17c-7d15f006387b" providerId="ADAL" clId="{F675E3CE-1618-428C-B357-D93C6797348E}" dt="2025-10-28T18:44:06.759" v="412" actId="2696"/>
        <pc:sldMkLst>
          <pc:docMk/>
          <pc:sldMk cId="1375909286" sldId="279"/>
        </pc:sldMkLst>
      </pc:sldChg>
      <pc:sldChg chg="addSp delSp modSp add mod ord">
        <pc:chgData name="Graham Stark" userId="3d3cba44-62a2-41ac-b17c-7d15f006387b" providerId="ADAL" clId="{F675E3CE-1618-428C-B357-D93C6797348E}" dt="2025-10-30T19:27:33.889" v="4039" actId="27636"/>
        <pc:sldMkLst>
          <pc:docMk/>
          <pc:sldMk cId="3967334502" sldId="279"/>
        </pc:sldMkLst>
        <pc:spChg chg="mod">
          <ac:chgData name="Graham Stark" userId="3d3cba44-62a2-41ac-b17c-7d15f006387b" providerId="ADAL" clId="{F675E3CE-1618-428C-B357-D93C6797348E}" dt="2025-10-30T19:27:33.889" v="4039" actId="27636"/>
          <ac:spMkLst>
            <pc:docMk/>
            <pc:sldMk cId="3967334502" sldId="279"/>
            <ac:spMk id="2" creationId="{320E514F-DF56-D4A3-A8BA-E00D7B178220}"/>
          </ac:spMkLst>
        </pc:spChg>
        <pc:spChg chg="del">
          <ac:chgData name="Graham Stark" userId="3d3cba44-62a2-41ac-b17c-7d15f006387b" providerId="ADAL" clId="{F675E3CE-1618-428C-B357-D93C6797348E}" dt="2025-10-29T09:26:14.383" v="1146" actId="478"/>
          <ac:spMkLst>
            <pc:docMk/>
            <pc:sldMk cId="3967334502" sldId="279"/>
            <ac:spMk id="3" creationId="{0084755D-BDE3-BD1F-9C4F-2F76C3D322C8}"/>
          </ac:spMkLst>
        </pc:spChg>
        <pc:spChg chg="add mod">
          <ac:chgData name="Graham Stark" userId="3d3cba44-62a2-41ac-b17c-7d15f006387b" providerId="ADAL" clId="{F675E3CE-1618-428C-B357-D93C6797348E}" dt="2025-10-30T17:32:01.470" v="2740" actId="2711"/>
          <ac:spMkLst>
            <pc:docMk/>
            <pc:sldMk cId="3967334502" sldId="279"/>
            <ac:spMk id="10" creationId="{593F131F-A465-279F-BD63-C2ACED43EC54}"/>
          </ac:spMkLst>
        </pc:spChg>
        <pc:picChg chg="add del mod">
          <ac:chgData name="Graham Stark" userId="3d3cba44-62a2-41ac-b17c-7d15f006387b" providerId="ADAL" clId="{F675E3CE-1618-428C-B357-D93C6797348E}" dt="2025-10-29T09:24:05.296" v="1135" actId="478"/>
          <ac:picMkLst>
            <pc:docMk/>
            <pc:sldMk cId="3967334502" sldId="279"/>
            <ac:picMk id="5" creationId="{FA7D7D8E-0B96-768D-7D4A-D065DC61A82D}"/>
          </ac:picMkLst>
        </pc:picChg>
        <pc:picChg chg="add del mod">
          <ac:chgData name="Graham Stark" userId="3d3cba44-62a2-41ac-b17c-7d15f006387b" providerId="ADAL" clId="{F675E3CE-1618-428C-B357-D93C6797348E}" dt="2025-10-29T09:25:33.621" v="1140" actId="478"/>
          <ac:picMkLst>
            <pc:docMk/>
            <pc:sldMk cId="3967334502" sldId="279"/>
            <ac:picMk id="7" creationId="{B84A0250-094F-541A-4F32-B95FBDA424FF}"/>
          </ac:picMkLst>
        </pc:picChg>
        <pc:picChg chg="add mod">
          <ac:chgData name="Graham Stark" userId="3d3cba44-62a2-41ac-b17c-7d15f006387b" providerId="ADAL" clId="{F675E3CE-1618-428C-B357-D93C6797348E}" dt="2025-10-29T09:25:59.974" v="1145" actId="1076"/>
          <ac:picMkLst>
            <pc:docMk/>
            <pc:sldMk cId="3967334502" sldId="279"/>
            <ac:picMk id="9" creationId="{C165BD1B-BBDA-471F-7761-DED5134A625C}"/>
          </ac:picMkLst>
        </pc:picChg>
      </pc:sldChg>
      <pc:sldChg chg="addSp delSp modSp add mod">
        <pc:chgData name="Graham Stark" userId="3d3cba44-62a2-41ac-b17c-7d15f006387b" providerId="ADAL" clId="{F675E3CE-1618-428C-B357-D93C6797348E}" dt="2025-10-30T19:28:20.657" v="4061" actId="1076"/>
        <pc:sldMkLst>
          <pc:docMk/>
          <pc:sldMk cId="1934660910" sldId="280"/>
        </pc:sldMkLst>
        <pc:spChg chg="mod">
          <ac:chgData name="Graham Stark" userId="3d3cba44-62a2-41ac-b17c-7d15f006387b" providerId="ADAL" clId="{F675E3CE-1618-428C-B357-D93C6797348E}" dt="2025-10-30T19:28:11.767" v="4060" actId="27636"/>
          <ac:spMkLst>
            <pc:docMk/>
            <pc:sldMk cId="1934660910" sldId="280"/>
            <ac:spMk id="2" creationId="{17B84F3A-EF96-77C8-7B50-1B168CCBA78C}"/>
          </ac:spMkLst>
        </pc:spChg>
        <pc:spChg chg="del mod">
          <ac:chgData name="Graham Stark" userId="3d3cba44-62a2-41ac-b17c-7d15f006387b" providerId="ADAL" clId="{F675E3CE-1618-428C-B357-D93C6797348E}" dt="2025-10-29T09:20:13.372" v="1127" actId="478"/>
          <ac:spMkLst>
            <pc:docMk/>
            <pc:sldMk cId="1934660910" sldId="280"/>
            <ac:spMk id="3" creationId="{39118D5C-FBDC-42F4-FEE1-39B69DF78093}"/>
          </ac:spMkLst>
        </pc:spChg>
        <pc:spChg chg="add mod">
          <ac:chgData name="Graham Stark" userId="3d3cba44-62a2-41ac-b17c-7d15f006387b" providerId="ADAL" clId="{F675E3CE-1618-428C-B357-D93C6797348E}" dt="2025-10-30T19:28:20.657" v="4061" actId="1076"/>
          <ac:spMkLst>
            <pc:docMk/>
            <pc:sldMk cId="1934660910" sldId="280"/>
            <ac:spMk id="4" creationId="{8DE09359-CE4A-445E-EEEF-6A3DB95BE3D9}"/>
          </ac:spMkLst>
        </pc:spChg>
        <pc:spChg chg="add del mod">
          <ac:chgData name="Graham Stark" userId="3d3cba44-62a2-41ac-b17c-7d15f006387b" providerId="ADAL" clId="{F675E3CE-1618-428C-B357-D93C6797348E}" dt="2025-10-29T18:31:18.744" v="2164"/>
          <ac:spMkLst>
            <pc:docMk/>
            <pc:sldMk cId="1934660910" sldId="280"/>
            <ac:spMk id="5" creationId="{D2C9F36B-3DAF-EB12-C6F5-872E055248A4}"/>
          </ac:spMkLst>
        </pc:spChg>
        <pc:picChg chg="add del mod">
          <ac:chgData name="Graham Stark" userId="3d3cba44-62a2-41ac-b17c-7d15f006387b" providerId="ADAL" clId="{F675E3CE-1618-428C-B357-D93C6797348E}" dt="2025-10-29T09:20:13.372" v="1127" actId="478"/>
          <ac:picMkLst>
            <pc:docMk/>
            <pc:sldMk cId="1934660910" sldId="280"/>
            <ac:picMk id="1026" creationId="{AE2262A4-08D4-E781-4574-4352898D226F}"/>
          </ac:picMkLst>
        </pc:picChg>
        <pc:picChg chg="add mod">
          <ac:chgData name="Graham Stark" userId="3d3cba44-62a2-41ac-b17c-7d15f006387b" providerId="ADAL" clId="{F675E3CE-1618-428C-B357-D93C6797348E}" dt="2025-10-29T09:20:41.555" v="1132" actId="1076"/>
          <ac:picMkLst>
            <pc:docMk/>
            <pc:sldMk cId="1934660910" sldId="280"/>
            <ac:picMk id="1027" creationId="{A8EA8524-09CC-F9B8-C487-F5A24CE524B5}"/>
          </ac:picMkLst>
        </pc:picChg>
      </pc:sldChg>
      <pc:sldChg chg="addSp delSp modSp add mod">
        <pc:chgData name="Graham Stark" userId="3d3cba44-62a2-41ac-b17c-7d15f006387b" providerId="ADAL" clId="{F675E3CE-1618-428C-B357-D93C6797348E}" dt="2025-10-30T19:27:51.974" v="4044" actId="20577"/>
        <pc:sldMkLst>
          <pc:docMk/>
          <pc:sldMk cId="3721327701" sldId="281"/>
        </pc:sldMkLst>
        <pc:spChg chg="mod">
          <ac:chgData name="Graham Stark" userId="3d3cba44-62a2-41ac-b17c-7d15f006387b" providerId="ADAL" clId="{F675E3CE-1618-428C-B357-D93C6797348E}" dt="2025-10-30T19:27:51.974" v="4044" actId="20577"/>
          <ac:spMkLst>
            <pc:docMk/>
            <pc:sldMk cId="3721327701" sldId="281"/>
            <ac:spMk id="2" creationId="{BDAA7549-8C1A-0638-7EC6-1406077E3770}"/>
          </ac:spMkLst>
        </pc:spChg>
        <pc:spChg chg="del">
          <ac:chgData name="Graham Stark" userId="3d3cba44-62a2-41ac-b17c-7d15f006387b" providerId="ADAL" clId="{F675E3CE-1618-428C-B357-D93C6797348E}" dt="2025-10-29T09:44:44.433" v="1160" actId="478"/>
          <ac:spMkLst>
            <pc:docMk/>
            <pc:sldMk cId="3721327701" sldId="281"/>
            <ac:spMk id="3" creationId="{A18D158D-2ADC-8581-11D2-7C9E5DC43BC1}"/>
          </ac:spMkLst>
        </pc:spChg>
        <pc:spChg chg="add del mod">
          <ac:chgData name="Graham Stark" userId="3d3cba44-62a2-41ac-b17c-7d15f006387b" providerId="ADAL" clId="{F675E3CE-1618-428C-B357-D93C6797348E}" dt="2025-10-29T14:39:37.945" v="1171"/>
          <ac:spMkLst>
            <pc:docMk/>
            <pc:sldMk cId="3721327701" sldId="281"/>
            <ac:spMk id="6" creationId="{56AE7093-E8B0-96DF-5623-0A24E00B4D24}"/>
          </ac:spMkLst>
        </pc:spChg>
        <pc:spChg chg="add mod">
          <ac:chgData name="Graham Stark" userId="3d3cba44-62a2-41ac-b17c-7d15f006387b" providerId="ADAL" clId="{F675E3CE-1618-428C-B357-D93C6797348E}" dt="2025-10-30T17:40:12.962" v="2908" actId="20577"/>
          <ac:spMkLst>
            <pc:docMk/>
            <pc:sldMk cId="3721327701" sldId="281"/>
            <ac:spMk id="7" creationId="{FCECAA5D-BFAB-82BE-43DB-CB02AC607D55}"/>
          </ac:spMkLst>
        </pc:spChg>
        <pc:picChg chg="add mod">
          <ac:chgData name="Graham Stark" userId="3d3cba44-62a2-41ac-b17c-7d15f006387b" providerId="ADAL" clId="{F675E3CE-1618-428C-B357-D93C6797348E}" dt="2025-10-29T18:12:32.091" v="1692" actId="14100"/>
          <ac:picMkLst>
            <pc:docMk/>
            <pc:sldMk cId="3721327701" sldId="281"/>
            <ac:picMk id="5" creationId="{60C840D3-6DE8-85EB-BA42-DC2766A97480}"/>
          </ac:picMkLst>
        </pc:picChg>
      </pc:sldChg>
      <pc:sldChg chg="modSp add del mod">
        <pc:chgData name="Graham Stark" userId="3d3cba44-62a2-41ac-b17c-7d15f006387b" providerId="ADAL" clId="{F675E3CE-1618-428C-B357-D93C6797348E}" dt="2025-10-29T14:40:49.036" v="1180" actId="47"/>
        <pc:sldMkLst>
          <pc:docMk/>
          <pc:sldMk cId="3982711209" sldId="282"/>
        </pc:sldMkLst>
      </pc:sldChg>
      <pc:sldChg chg="modSp add del mod">
        <pc:chgData name="Graham Stark" userId="3d3cba44-62a2-41ac-b17c-7d15f006387b" providerId="ADAL" clId="{F675E3CE-1618-428C-B357-D93C6797348E}" dt="2025-10-28T18:49:54.206" v="614" actId="2696"/>
        <pc:sldMkLst>
          <pc:docMk/>
          <pc:sldMk cId="179973484" sldId="283"/>
        </pc:sldMkLst>
      </pc:sldChg>
      <pc:sldChg chg="modSp add mod">
        <pc:chgData name="Graham Stark" userId="3d3cba44-62a2-41ac-b17c-7d15f006387b" providerId="ADAL" clId="{F675E3CE-1618-428C-B357-D93C6797348E}" dt="2025-10-29T18:11:47.337" v="1689" actId="14100"/>
        <pc:sldMkLst>
          <pc:docMk/>
          <pc:sldMk cId="2424893982" sldId="283"/>
        </pc:sldMkLst>
        <pc:spChg chg="mod">
          <ac:chgData name="Graham Stark" userId="3d3cba44-62a2-41ac-b17c-7d15f006387b" providerId="ADAL" clId="{F675E3CE-1618-428C-B357-D93C6797348E}" dt="2025-10-29T18:11:47.337" v="1689" actId="14100"/>
          <ac:spMkLst>
            <pc:docMk/>
            <pc:sldMk cId="2424893982" sldId="283"/>
            <ac:spMk id="2" creationId="{4D59012B-3B2B-6C04-D4A3-51D9A780E46F}"/>
          </ac:spMkLst>
        </pc:spChg>
        <pc:spChg chg="mod">
          <ac:chgData name="Graham Stark" userId="3d3cba44-62a2-41ac-b17c-7d15f006387b" providerId="ADAL" clId="{F675E3CE-1618-428C-B357-D93C6797348E}" dt="2025-10-29T09:46:25.613" v="1163" actId="20577"/>
          <ac:spMkLst>
            <pc:docMk/>
            <pc:sldMk cId="2424893982" sldId="283"/>
            <ac:spMk id="3" creationId="{6F6FB366-8160-E19E-DC66-60BAAB31DC6A}"/>
          </ac:spMkLst>
        </pc:spChg>
      </pc:sldChg>
      <pc:sldChg chg="modSp add mod">
        <pc:chgData name="Graham Stark" userId="3d3cba44-62a2-41ac-b17c-7d15f006387b" providerId="ADAL" clId="{F675E3CE-1618-428C-B357-D93C6797348E}" dt="2025-10-30T18:58:29.390" v="3970" actId="20577"/>
        <pc:sldMkLst>
          <pc:docMk/>
          <pc:sldMk cId="619933598" sldId="284"/>
        </pc:sldMkLst>
        <pc:spChg chg="mod">
          <ac:chgData name="Graham Stark" userId="3d3cba44-62a2-41ac-b17c-7d15f006387b" providerId="ADAL" clId="{F675E3CE-1618-428C-B357-D93C6797348E}" dt="2025-10-30T18:58:29.390" v="3970" actId="20577"/>
          <ac:spMkLst>
            <pc:docMk/>
            <pc:sldMk cId="619933598" sldId="284"/>
            <ac:spMk id="2" creationId="{867265E9-562C-DEF9-2C5C-4E4A4DF692B4}"/>
          </ac:spMkLst>
        </pc:spChg>
        <pc:spChg chg="mod">
          <ac:chgData name="Graham Stark" userId="3d3cba44-62a2-41ac-b17c-7d15f006387b" providerId="ADAL" clId="{F675E3CE-1618-428C-B357-D93C6797348E}" dt="2025-10-30T18:57:53.409" v="3952" actId="947"/>
          <ac:spMkLst>
            <pc:docMk/>
            <pc:sldMk cId="619933598" sldId="284"/>
            <ac:spMk id="4" creationId="{4A8B26F3-E976-85D7-56C7-207ECBFC9A21}"/>
          </ac:spMkLst>
        </pc:spChg>
      </pc:sldChg>
      <pc:sldChg chg="addSp delSp modSp add mod">
        <pc:chgData name="Graham Stark" userId="3d3cba44-62a2-41ac-b17c-7d15f006387b" providerId="ADAL" clId="{F675E3CE-1618-428C-B357-D93C6797348E}" dt="2025-10-29T18:26:05.922" v="2146" actId="2711"/>
        <pc:sldMkLst>
          <pc:docMk/>
          <pc:sldMk cId="589530037" sldId="285"/>
        </pc:sldMkLst>
        <pc:spChg chg="mod">
          <ac:chgData name="Graham Stark" userId="3d3cba44-62a2-41ac-b17c-7d15f006387b" providerId="ADAL" clId="{F675E3CE-1618-428C-B357-D93C6797348E}" dt="2025-10-29T17:19:13.131" v="1672" actId="2711"/>
          <ac:spMkLst>
            <pc:docMk/>
            <pc:sldMk cId="589530037" sldId="285"/>
            <ac:spMk id="2" creationId="{77A2423E-7C5C-090D-593B-C45416A759DF}"/>
          </ac:spMkLst>
        </pc:spChg>
        <pc:spChg chg="add mod">
          <ac:chgData name="Graham Stark" userId="3d3cba44-62a2-41ac-b17c-7d15f006387b" providerId="ADAL" clId="{F675E3CE-1618-428C-B357-D93C6797348E}" dt="2025-10-29T18:26:05.922" v="2146" actId="2711"/>
          <ac:spMkLst>
            <pc:docMk/>
            <pc:sldMk cId="589530037" sldId="285"/>
            <ac:spMk id="5" creationId="{1F360D9F-FEAF-8ACB-CC93-028EFE67F70D}"/>
          </ac:spMkLst>
        </pc:spChg>
        <pc:picChg chg="add mod">
          <ac:chgData name="Graham Stark" userId="3d3cba44-62a2-41ac-b17c-7d15f006387b" providerId="ADAL" clId="{F675E3CE-1618-428C-B357-D93C6797348E}" dt="2025-10-29T16:30:02.179" v="1215" actId="1076"/>
          <ac:picMkLst>
            <pc:docMk/>
            <pc:sldMk cId="589530037" sldId="285"/>
            <ac:picMk id="4" creationId="{E1AD231A-727D-FF25-7595-5DE307DA4FFA}"/>
          </ac:picMkLst>
        </pc:picChg>
        <pc:picChg chg="del">
          <ac:chgData name="Graham Stark" userId="3d3cba44-62a2-41ac-b17c-7d15f006387b" providerId="ADAL" clId="{F675E3CE-1618-428C-B357-D93C6797348E}" dt="2025-10-29T09:37:40.994" v="1152" actId="478"/>
          <ac:picMkLst>
            <pc:docMk/>
            <pc:sldMk cId="589530037" sldId="285"/>
            <ac:picMk id="1027" creationId="{1DB15AAA-FCB1-3CF2-B5AD-ABC8689BA811}"/>
          </ac:picMkLst>
        </pc:picChg>
      </pc:sldChg>
      <pc:sldChg chg="add del">
        <pc:chgData name="Graham Stark" userId="3d3cba44-62a2-41ac-b17c-7d15f006387b" providerId="ADAL" clId="{F675E3CE-1618-428C-B357-D93C6797348E}" dt="2025-10-29T09:37:45.106" v="1154"/>
        <pc:sldMkLst>
          <pc:docMk/>
          <pc:sldMk cId="1993272189" sldId="286"/>
        </pc:sldMkLst>
      </pc:sldChg>
      <pc:sldChg chg="addSp delSp modSp add mod ord">
        <pc:chgData name="Graham Stark" userId="3d3cba44-62a2-41ac-b17c-7d15f006387b" providerId="ADAL" clId="{F675E3CE-1618-428C-B357-D93C6797348E}" dt="2025-10-30T19:29:57.635" v="4185"/>
        <pc:sldMkLst>
          <pc:docMk/>
          <pc:sldMk cId="3318415668" sldId="286"/>
        </pc:sldMkLst>
        <pc:spChg chg="mod">
          <ac:chgData name="Graham Stark" userId="3d3cba44-62a2-41ac-b17c-7d15f006387b" providerId="ADAL" clId="{F675E3CE-1618-428C-B357-D93C6797348E}" dt="2025-10-29T17:18:51.083" v="1671" actId="2711"/>
          <ac:spMkLst>
            <pc:docMk/>
            <pc:sldMk cId="3318415668" sldId="286"/>
            <ac:spMk id="2" creationId="{7247D07B-FFAF-BED1-753B-FBEFE850045D}"/>
          </ac:spMkLst>
        </pc:spChg>
        <pc:spChg chg="add mod">
          <ac:chgData name="Graham Stark" userId="3d3cba44-62a2-41ac-b17c-7d15f006387b" providerId="ADAL" clId="{F675E3CE-1618-428C-B357-D93C6797348E}" dt="2025-10-29T18:25:43.921" v="2145" actId="2711"/>
          <ac:spMkLst>
            <pc:docMk/>
            <pc:sldMk cId="3318415668" sldId="286"/>
            <ac:spMk id="6" creationId="{BAA3A943-B926-47A5-AAE9-89A7B76EA0D4}"/>
          </ac:spMkLst>
        </pc:spChg>
        <pc:picChg chg="del">
          <ac:chgData name="Graham Stark" userId="3d3cba44-62a2-41ac-b17c-7d15f006387b" providerId="ADAL" clId="{F675E3CE-1618-428C-B357-D93C6797348E}" dt="2025-10-29T16:28:35.363" v="1201" actId="478"/>
          <ac:picMkLst>
            <pc:docMk/>
            <pc:sldMk cId="3318415668" sldId="286"/>
            <ac:picMk id="4" creationId="{F504BE95-1AF1-AD14-2CDD-D20E16216F1F}"/>
          </ac:picMkLst>
        </pc:picChg>
        <pc:picChg chg="add mod">
          <ac:chgData name="Graham Stark" userId="3d3cba44-62a2-41ac-b17c-7d15f006387b" providerId="ADAL" clId="{F675E3CE-1618-428C-B357-D93C6797348E}" dt="2025-10-29T16:30:16.729" v="1218" actId="14100"/>
          <ac:picMkLst>
            <pc:docMk/>
            <pc:sldMk cId="3318415668" sldId="286"/>
            <ac:picMk id="5" creationId="{9784F0E3-49CA-E80E-FC24-8F2C4C8B2DE9}"/>
          </ac:picMkLst>
        </pc:picChg>
      </pc:sldChg>
      <pc:sldChg chg="add del">
        <pc:chgData name="Graham Stark" userId="3d3cba44-62a2-41ac-b17c-7d15f006387b" providerId="ADAL" clId="{F675E3CE-1618-428C-B357-D93C6797348E}" dt="2025-10-29T16:28:39" v="1203"/>
        <pc:sldMkLst>
          <pc:docMk/>
          <pc:sldMk cId="40733779" sldId="287"/>
        </pc:sldMkLst>
      </pc:sldChg>
      <pc:sldChg chg="addSp delSp modSp add mod">
        <pc:chgData name="Graham Stark" userId="3d3cba44-62a2-41ac-b17c-7d15f006387b" providerId="ADAL" clId="{F675E3CE-1618-428C-B357-D93C6797348E}" dt="2025-10-30T19:29:41.968" v="4183" actId="20577"/>
        <pc:sldMkLst>
          <pc:docMk/>
          <pc:sldMk cId="2868063507" sldId="287"/>
        </pc:sldMkLst>
        <pc:spChg chg="mod">
          <ac:chgData name="Graham Stark" userId="3d3cba44-62a2-41ac-b17c-7d15f006387b" providerId="ADAL" clId="{F675E3CE-1618-428C-B357-D93C6797348E}" dt="2025-10-29T17:18:37.821" v="1670" actId="2711"/>
          <ac:spMkLst>
            <pc:docMk/>
            <pc:sldMk cId="2868063507" sldId="287"/>
            <ac:spMk id="2" creationId="{C34EC882-A351-1CAC-B16A-2AEFC4F725C7}"/>
          </ac:spMkLst>
        </pc:spChg>
        <pc:spChg chg="mod">
          <ac:chgData name="Graham Stark" userId="3d3cba44-62a2-41ac-b17c-7d15f006387b" providerId="ADAL" clId="{F675E3CE-1618-428C-B357-D93C6797348E}" dt="2025-10-30T19:29:41.968" v="4183" actId="20577"/>
          <ac:spMkLst>
            <pc:docMk/>
            <pc:sldMk cId="2868063507" sldId="287"/>
            <ac:spMk id="6" creationId="{80FD2C34-5A14-6DED-31CA-56D87FBD06B8}"/>
          </ac:spMkLst>
        </pc:spChg>
        <pc:picChg chg="add mod">
          <ac:chgData name="Graham Stark" userId="3d3cba44-62a2-41ac-b17c-7d15f006387b" providerId="ADAL" clId="{F675E3CE-1618-428C-B357-D93C6797348E}" dt="2025-10-29T16:31:35.635" v="1223" actId="14100"/>
          <ac:picMkLst>
            <pc:docMk/>
            <pc:sldMk cId="2868063507" sldId="287"/>
            <ac:picMk id="4" creationId="{8169CC50-BC09-974E-3384-4360B37283C9}"/>
          </ac:picMkLst>
        </pc:picChg>
        <pc:picChg chg="del">
          <ac:chgData name="Graham Stark" userId="3d3cba44-62a2-41ac-b17c-7d15f006387b" providerId="ADAL" clId="{F675E3CE-1618-428C-B357-D93C6797348E}" dt="2025-10-29T16:30:33.375" v="1220" actId="478"/>
          <ac:picMkLst>
            <pc:docMk/>
            <pc:sldMk cId="2868063507" sldId="287"/>
            <ac:picMk id="5" creationId="{5F3E1156-B191-9A2B-35D2-88D00ECCD8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39F2D-2C6D-4DE8-AF03-44B950F7AF50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996955-19C8-447B-9AC7-DE00E46E68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7794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hite Title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252" y="2177716"/>
            <a:ext cx="10876547" cy="1424322"/>
          </a:xfrm>
        </p:spPr>
        <p:txBody>
          <a:bodyPr anchor="b">
            <a:normAutofit/>
          </a:bodyPr>
          <a:lstStyle>
            <a:lvl1pPr algn="l">
              <a:defRPr sz="5400" b="0">
                <a:latin typeface="Azo Sans Black" panose="020B0A03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253" y="3638134"/>
            <a:ext cx="10876546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latin typeface="Azo Sans" panose="020B06030303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zo Sans Light" panose="020B0403030303020204" pitchFamily="34" charset="0"/>
              </a:defRPr>
            </a:lvl1pPr>
          </a:lstStyle>
          <a:p>
            <a:fld id="{8C93EA8F-5D32-42A5-B63F-842A0F047210}" type="datetimeFigureOut">
              <a:rPr lang="en-GB" smtClean="0"/>
              <a:pPr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zo Sans Light" panose="020B0403030303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zo Sans Light" panose="020B0403030303020204" pitchFamily="34" charset="0"/>
              </a:defRPr>
            </a:lvl1pPr>
          </a:lstStyle>
          <a:p>
            <a:fld id="{2F3AB18B-998C-433D-808A-7D4CCF0545BB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5805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White Title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252" y="2177716"/>
            <a:ext cx="10876547" cy="1424322"/>
          </a:xfrm>
        </p:spPr>
        <p:txBody>
          <a:bodyPr anchor="b">
            <a:normAutofit/>
          </a:bodyPr>
          <a:lstStyle>
            <a:lvl1pPr algn="l">
              <a:defRPr sz="5400" b="0">
                <a:latin typeface="Azo Sans Black" panose="020B0A03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253" y="3638134"/>
            <a:ext cx="10876546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latin typeface="Azo Sans" panose="020B06030303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zo Sans Light" panose="020B0403030303020204" pitchFamily="34" charset="0"/>
              </a:defRPr>
            </a:lvl1pPr>
          </a:lstStyle>
          <a:p>
            <a:fld id="{8C93EA8F-5D32-42A5-B63F-842A0F047210}" type="datetimeFigureOut">
              <a:rPr lang="en-GB" smtClean="0"/>
              <a:pPr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zo Sans Light" panose="020B0403030303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zo Sans Light" panose="020B0403030303020204" pitchFamily="34" charset="0"/>
              </a:defRPr>
            </a:lvl1pPr>
          </a:lstStyle>
          <a:p>
            <a:fld id="{2F3AB18B-998C-433D-808A-7D4CCF0545BB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6644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zo Sans Light" panose="020B0403030303020204" pitchFamily="34" charset="0"/>
              </a:defRPr>
            </a:lvl1pPr>
          </a:lstStyle>
          <a:p>
            <a:fld id="{8C93EA8F-5D32-42A5-B63F-842A0F047210}" type="datetimeFigureOut">
              <a:rPr lang="en-GB" smtClean="0"/>
              <a:pPr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zo Sans Light" panose="020B0403030303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zo Sans Light" panose="020B0403030303020204" pitchFamily="34" charset="0"/>
              </a:defRPr>
            </a:lvl1pPr>
          </a:lstStyle>
          <a:p>
            <a:fld id="{2F3AB18B-998C-433D-808A-7D4CCF0545B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86793EA-4A92-495B-8317-C6752319D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252" y="2177716"/>
            <a:ext cx="10876547" cy="1424322"/>
          </a:xfrm>
        </p:spPr>
        <p:txBody>
          <a:bodyPr anchor="b">
            <a:normAutofit/>
          </a:bodyPr>
          <a:lstStyle>
            <a:lvl1pPr algn="l">
              <a:defRPr sz="5400" b="0">
                <a:latin typeface="Azo Sans Black" panose="020B0A03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1501784-0BAA-47EF-8756-13887624EB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253" y="3638134"/>
            <a:ext cx="10876546" cy="1655762"/>
          </a:xfrm>
        </p:spPr>
        <p:txBody>
          <a:bodyPr/>
          <a:lstStyle>
            <a:lvl1pPr marL="0" indent="0" algn="l">
              <a:buNone/>
              <a:defRPr sz="2400" b="1">
                <a:latin typeface="Azo Sans" panose="020B06030303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2741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s Top Righ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788" y="187450"/>
            <a:ext cx="1875453" cy="855116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5542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742950" indent="-285750">
              <a:buFont typeface="Wingdings" panose="05000000000000000000" pitchFamily="2" charset="2"/>
              <a:buChar char="§"/>
              <a:defRPr/>
            </a:lvl2pPr>
            <a:lvl3pPr marL="1200150" indent="-285750">
              <a:buFont typeface="Wingdings" panose="05000000000000000000" pitchFamily="2" charset="2"/>
              <a:buChar char="§"/>
              <a:defRPr>
                <a:latin typeface="Azo Sans Thin" panose="020B0303030303020204" pitchFamily="34" charset="0"/>
              </a:defRPr>
            </a:lvl3pPr>
            <a:lvl4pPr marL="1657350" indent="-285750">
              <a:buFont typeface="Wingdings" panose="05000000000000000000" pitchFamily="2" charset="2"/>
              <a:buChar char="§"/>
              <a:defRPr>
                <a:latin typeface="Azo Sans Thin" panose="020B0303030303020204" pitchFamily="34" charset="0"/>
              </a:defRPr>
            </a:lvl4pPr>
            <a:lvl5pPr marL="2114550" indent="-285750">
              <a:buFont typeface="Wingdings" panose="05000000000000000000" pitchFamily="2" charset="2"/>
              <a:buChar char="§"/>
              <a:defRPr>
                <a:latin typeface="Azo Sans Thin" panose="020B0303030303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4554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0C4FA-0DA2-470F-BFEF-56E857E51CB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55427" y="369731"/>
            <a:ext cx="9285514" cy="1140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4694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s Bottom Righ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9068" y="5766570"/>
            <a:ext cx="1879145" cy="856800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55427" y="1825625"/>
            <a:ext cx="11261756" cy="3947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742950" indent="-285750">
              <a:buFont typeface="Wingdings" panose="05000000000000000000" pitchFamily="2" charset="2"/>
              <a:buChar char="§"/>
              <a:defRPr/>
            </a:lvl2pPr>
            <a:lvl3pPr marL="1200150" indent="-285750">
              <a:buFont typeface="Wingdings" panose="05000000000000000000" pitchFamily="2" charset="2"/>
              <a:buChar char="§"/>
              <a:defRPr>
                <a:latin typeface="Azo Sans Thin" panose="020B0303030303020204" pitchFamily="34" charset="0"/>
              </a:defRPr>
            </a:lvl3pPr>
            <a:lvl4pPr marL="1657350" indent="-285750">
              <a:buFont typeface="Wingdings" panose="05000000000000000000" pitchFamily="2" charset="2"/>
              <a:buChar char="§"/>
              <a:defRPr>
                <a:latin typeface="Azo Sans Thin" panose="020B0303030303020204" pitchFamily="34" charset="0"/>
              </a:defRPr>
            </a:lvl4pPr>
            <a:lvl5pPr marL="2114550" indent="-285750">
              <a:buFont typeface="Wingdings" panose="05000000000000000000" pitchFamily="2" charset="2"/>
              <a:buChar char="§"/>
              <a:defRPr>
                <a:latin typeface="Azo Sans Thin" panose="020B0303030303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4554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0C4FA-0DA2-470F-BFEF-56E857E51CB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55427" y="369731"/>
            <a:ext cx="11277494" cy="1140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7988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s Logo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83" y="220441"/>
            <a:ext cx="1879146" cy="856800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5542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742950" indent="-285750">
              <a:buFont typeface="Wingdings" panose="05000000000000000000" pitchFamily="2" charset="2"/>
              <a:buChar char="§"/>
              <a:defRPr/>
            </a:lvl2pPr>
            <a:lvl3pPr marL="1200150" indent="-285750">
              <a:buFont typeface="Wingdings" panose="05000000000000000000" pitchFamily="2" charset="2"/>
              <a:buChar char="§"/>
              <a:defRPr>
                <a:latin typeface="Azo Sans Thin" panose="020B0303030303020204" pitchFamily="34" charset="0"/>
              </a:defRPr>
            </a:lvl3pPr>
            <a:lvl4pPr marL="1657350" indent="-285750">
              <a:buFont typeface="Wingdings" panose="05000000000000000000" pitchFamily="2" charset="2"/>
              <a:buChar char="§"/>
              <a:defRPr>
                <a:latin typeface="Azo Sans Thin" panose="020B0303030303020204" pitchFamily="34" charset="0"/>
              </a:defRPr>
            </a:lvl4pPr>
            <a:lvl5pPr marL="2114550" indent="-285750">
              <a:buFont typeface="Wingdings" panose="05000000000000000000" pitchFamily="2" charset="2"/>
              <a:buChar char="§"/>
              <a:defRPr>
                <a:latin typeface="Azo Sans Thin" panose="020B0303030303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4554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0C4FA-0DA2-470F-BFEF-56E857E51CB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554013" y="369731"/>
            <a:ext cx="8417013" cy="1140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419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s Section Break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>
          <a:xfrm>
            <a:off x="455427" y="6356350"/>
            <a:ext cx="2743200" cy="365125"/>
          </a:xfrm>
        </p:spPr>
        <p:txBody>
          <a:bodyPr/>
          <a:lstStyle/>
          <a:p>
            <a:fld id="{1370C4FA-0DA2-470F-BFEF-56E857E51CB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427" y="4821615"/>
            <a:ext cx="7772400" cy="1298705"/>
          </a:xfrm>
        </p:spPr>
        <p:txBody>
          <a:bodyPr/>
          <a:lstStyle>
            <a:lvl1pPr marL="0" indent="0">
              <a:buNone/>
              <a:defRPr sz="2400" baseline="0">
                <a:solidFill>
                  <a:schemeClr val="tx1"/>
                </a:solidFill>
                <a:latin typeface="Azo Sans Light" panose="020B04030303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 Title Heading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522" y="243818"/>
            <a:ext cx="1879146" cy="85680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5427" y="394139"/>
            <a:ext cx="7772400" cy="4312052"/>
          </a:xfrm>
        </p:spPr>
        <p:txBody>
          <a:bodyPr anchor="t">
            <a:normAutofit/>
          </a:bodyPr>
          <a:lstStyle>
            <a:lvl1pPr>
              <a:defRPr sz="6600"/>
            </a:lvl1pPr>
          </a:lstStyle>
          <a:p>
            <a:r>
              <a:rPr lang="en-US"/>
              <a:t>Section Title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947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s Section Break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427" y="6356350"/>
            <a:ext cx="2743200" cy="365125"/>
          </a:xfrm>
        </p:spPr>
        <p:txBody>
          <a:bodyPr/>
          <a:lstStyle/>
          <a:p>
            <a:fld id="{1370C4FA-0DA2-470F-BFEF-56E857E51CB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6F8A46-E344-42B0-8AFF-66A3024D4E2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427" y="1741269"/>
            <a:ext cx="10515600" cy="2852737"/>
          </a:xfrm>
        </p:spPr>
        <p:txBody>
          <a:bodyPr anchor="b"/>
          <a:lstStyle>
            <a:lvl1pPr>
              <a:defRPr sz="6000" baseline="0"/>
            </a:lvl1pPr>
          </a:lstStyle>
          <a:p>
            <a:r>
              <a:rPr lang="en-US"/>
              <a:t>Section Title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427" y="4709857"/>
            <a:ext cx="10515600" cy="1411324"/>
          </a:xfrm>
        </p:spPr>
        <p:txBody>
          <a:bodyPr/>
          <a:lstStyle>
            <a:lvl1pPr marL="0" indent="0">
              <a:buNone/>
              <a:defRPr sz="2400" baseline="0">
                <a:solidFill>
                  <a:schemeClr val="tx1"/>
                </a:solidFill>
                <a:latin typeface="Azo Sans Light" panose="020B04030303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 Title Heading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45" y="234488"/>
            <a:ext cx="1879146" cy="856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9438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Logo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674" y="1567543"/>
            <a:ext cx="7592157" cy="34616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0689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0203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Slides Logo Top 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2"/>
          <p:cNvSpPr>
            <a:spLocks noGrp="1"/>
          </p:cNvSpPr>
          <p:nvPr>
            <p:ph idx="1"/>
          </p:nvPr>
        </p:nvSpPr>
        <p:spPr>
          <a:xfrm>
            <a:off x="45542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4554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0C4FA-0DA2-470F-BFEF-56E857E51CB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455427" y="369731"/>
            <a:ext cx="9285514" cy="1140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045CDD-E9C0-49C1-B4D4-324A8B9CF1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454" y="215111"/>
            <a:ext cx="1879146" cy="85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83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Slides Logo Top Le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2"/>
          <p:cNvSpPr>
            <a:spLocks noGrp="1"/>
          </p:cNvSpPr>
          <p:nvPr>
            <p:ph idx="1"/>
          </p:nvPr>
        </p:nvSpPr>
        <p:spPr>
          <a:xfrm>
            <a:off x="45542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4554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0C4FA-0DA2-470F-BFEF-56E857E51CB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554013" y="369731"/>
            <a:ext cx="8417013" cy="1140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84" y="250287"/>
            <a:ext cx="1879146" cy="85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372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Slides Bottom Right Logo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0435" y="5838257"/>
            <a:ext cx="1879146" cy="856800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4554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0C4FA-0DA2-470F-BFEF-56E857E51CB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55427" y="369731"/>
            <a:ext cx="11261756" cy="1140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45542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4954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Slides Section Break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0C4FA-0DA2-470F-BFEF-56E857E51CB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5427" y="394139"/>
            <a:ext cx="7772400" cy="4312052"/>
          </a:xfrm>
        </p:spPr>
        <p:txBody>
          <a:bodyPr anchor="t">
            <a:normAutofit/>
          </a:bodyPr>
          <a:lstStyle>
            <a:lvl1pPr>
              <a:defRPr sz="6600"/>
            </a:lvl1pPr>
          </a:lstStyle>
          <a:p>
            <a:r>
              <a:rPr lang="en-US"/>
              <a:t>Section Title</a:t>
            </a:r>
            <a:endParaRPr lang="en-GB"/>
          </a:p>
        </p:txBody>
      </p:sp>
      <p:sp>
        <p:nvSpPr>
          <p:cNvPr id="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427" y="4821615"/>
            <a:ext cx="7772400" cy="1298705"/>
          </a:xfrm>
        </p:spPr>
        <p:txBody>
          <a:bodyPr/>
          <a:lstStyle>
            <a:lvl1pPr marL="0" indent="0">
              <a:buNone/>
              <a:defRPr sz="2400" baseline="0">
                <a:solidFill>
                  <a:schemeClr val="tx1"/>
                </a:solidFill>
                <a:latin typeface="Azo Sans Light" panose="020B04030303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 Title Heading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607" y="261765"/>
            <a:ext cx="1879146" cy="85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67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s Section Break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427" y="1741269"/>
            <a:ext cx="10515600" cy="2852737"/>
          </a:xfrm>
        </p:spPr>
        <p:txBody>
          <a:bodyPr anchor="b"/>
          <a:lstStyle>
            <a:lvl1pPr>
              <a:defRPr sz="6000" baseline="0"/>
            </a:lvl1pPr>
          </a:lstStyle>
          <a:p>
            <a:r>
              <a:rPr lang="en-US"/>
              <a:t>Section Title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0C4FA-0DA2-470F-BFEF-56E857E51CBE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6F8A46-E344-42B0-8AFF-66A3024D4E24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427" y="4709857"/>
            <a:ext cx="10515600" cy="1411324"/>
          </a:xfrm>
        </p:spPr>
        <p:txBody>
          <a:bodyPr/>
          <a:lstStyle>
            <a:lvl1pPr marL="0" indent="0">
              <a:buNone/>
              <a:defRPr sz="2400" baseline="0">
                <a:solidFill>
                  <a:schemeClr val="tx1"/>
                </a:solidFill>
                <a:latin typeface="Azo Sans Light" panose="020B04030303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 Title Heading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51" y="338485"/>
            <a:ext cx="1879146" cy="85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633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075" y="1595534"/>
            <a:ext cx="7592160" cy="346165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379020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624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tags" Target="../tags/tag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17340" y="369212"/>
            <a:ext cx="85364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zo Sans Light" panose="020B0403030303020204" pitchFamily="34" charset="0"/>
              </a:defRPr>
            </a:lvl1pPr>
          </a:lstStyle>
          <a:p>
            <a:fld id="{8C93EA8F-5D32-42A5-B63F-842A0F047210}" type="datetimeFigureOut">
              <a:rPr lang="en-GB" smtClean="0"/>
              <a:pPr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zo Sans Light" panose="020B0403030303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zo Sans Light" panose="020B0403030303020204" pitchFamily="34" charset="0"/>
              </a:defRPr>
            </a:lvl1pPr>
          </a:lstStyle>
          <a:p>
            <a:fld id="{2F3AB18B-998C-433D-808A-7D4CCF0545B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77" y="365125"/>
            <a:ext cx="2629225" cy="11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104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zo Sans" panose="020B0603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410368"/>
            <a:ext cx="8458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zo Sans Light" panose="020B0403030303020204" pitchFamily="34" charset="0"/>
              </a:defRPr>
            </a:lvl1pPr>
          </a:lstStyle>
          <a:p>
            <a:fld id="{8C93EA8F-5D32-42A5-B63F-842A0F047210}" type="datetimeFigureOut">
              <a:rPr lang="en-GB" smtClean="0"/>
              <a:pPr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zo Sans Light" panose="020B0403030303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zo Sans Light" panose="020B0403030303020204" pitchFamily="34" charset="0"/>
              </a:defRPr>
            </a:lvl1pPr>
          </a:lstStyle>
          <a:p>
            <a:fld id="{2F3AB18B-998C-433D-808A-7D4CCF0545B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23" y="230188"/>
            <a:ext cx="2569893" cy="11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9223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zo Sans" panose="020B0603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11770"/>
            <a:ext cx="92855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zo Sans Light" panose="020B0403030303020204" pitchFamily="34" charset="0"/>
              </a:defRPr>
            </a:lvl1pPr>
          </a:lstStyle>
          <a:p>
            <a:fld id="{1370C4FA-0DA2-470F-BFEF-56E857E51CBE}" type="datetimeFigureOut">
              <a:rPr lang="en-GB" smtClean="0"/>
              <a:pPr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zo Sans Light" panose="020B0403030303020204" pitchFamily="34" charset="0"/>
              </a:defRPr>
            </a:lvl1pPr>
          </a:lstStyle>
          <a:p>
            <a:endParaRPr lang="en-GB"/>
          </a:p>
        </p:txBody>
      </p:sp>
    </p:spTree>
    <p:custDataLst>
      <p:tags r:id="rId9"/>
    </p:custDataLst>
    <p:extLst>
      <p:ext uri="{BB962C8B-B14F-4D97-AF65-F5344CB8AC3E}">
        <p14:creationId xmlns:p14="http://schemas.microsoft.com/office/powerpoint/2010/main" val="2150571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709" r:id="rId2"/>
    <p:sldLayoutId id="2147483711" r:id="rId3"/>
    <p:sldLayoutId id="2147483654" r:id="rId4"/>
    <p:sldLayoutId id="2147483651" r:id="rId5"/>
    <p:sldLayoutId id="2147483664" r:id="rId6"/>
    <p:sldLayoutId id="214748371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zo Sans" panose="020B0603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427" y="411771"/>
            <a:ext cx="9285514" cy="1140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42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54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zo Sans Light" panose="020B0403030303020204" pitchFamily="34" charset="0"/>
              </a:defRPr>
            </a:lvl1pPr>
          </a:lstStyle>
          <a:p>
            <a:fld id="{1370C4FA-0DA2-470F-BFEF-56E857E51CBE}" type="datetimeFigureOut">
              <a:rPr lang="en-GB" smtClean="0"/>
              <a:pPr/>
              <a:t>29/10/2025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zo Sans Light" panose="020B0403030303020204" pitchFamily="34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4052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712" r:id="rId2"/>
    <p:sldLayoutId id="2147483710" r:id="rId3"/>
    <p:sldLayoutId id="2147483690" r:id="rId4"/>
    <p:sldLayoutId id="2147483691" r:id="rId5"/>
    <p:sldLayoutId id="2147483689" r:id="rId6"/>
    <p:sldLayoutId id="214748371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zo Sans" panose="020B0603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zo Sans" panose="020B0603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orthumbria.ac.uk/about-us/our-staff/s/graham-stark/" TargetMode="External"/><Relationship Id="rId3" Type="http://schemas.openxmlformats.org/officeDocument/2006/relationships/hyperlink" Target="https://www.northumbria.ac.uk/about-us/our-staff/j/matthew-johnson/" TargetMode="External"/><Relationship Id="rId7" Type="http://schemas.openxmlformats.org/officeDocument/2006/relationships/hyperlink" Target="https://www.northumbria.ac.uk/about-us/our-staff/r/howard-reed/" TargetMode="External"/><Relationship Id="rId2" Type="http://schemas.openxmlformats.org/officeDocument/2006/relationships/hyperlink" Target="https://commonsense.northumbria.ac.uk/group-members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ilkinsonpickett.com/kate-pickett-phd-frsa-ffph-facss/" TargetMode="External"/><Relationship Id="rId5" Type="http://schemas.openxmlformats.org/officeDocument/2006/relationships/hyperlink" Target="https://www.northumbria.ac.uk/about-us/our-staff/n/daniel-nettle/" TargetMode="External"/><Relationship Id="rId4" Type="http://schemas.openxmlformats.org/officeDocument/2006/relationships/hyperlink" Target="https://www.northumbria.ac.uk/about-us/our-staff/j/elliott-johnson/" TargetMode="External"/><Relationship Id="rId9" Type="http://schemas.openxmlformats.org/officeDocument/2006/relationships/hyperlink" Target="https://www.northumbria.ac.uk/about-us/our-staff/t/anna-thew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252" y="1563567"/>
            <a:ext cx="10876547" cy="1424322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latin typeface="Azo Sans Black"/>
              </a:rPr>
              <a:t>Microsimulation Work With Government At the University of Northumbria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DFE81A-2ACB-08F2-C730-2F19FCCC47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3602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219EF2-61E5-5F60-D121-DF288C766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GB" dirty="0"/>
          </a:p>
          <a:p>
            <a:r>
              <a:rPr lang="en-GB" dirty="0"/>
              <a:t>A new policy and modelling group at the University of Northumbria</a:t>
            </a:r>
          </a:p>
          <a:p>
            <a:r>
              <a:rPr lang="en-GB" dirty="0"/>
              <a:t>Multi-disciplinary: contributions from </a:t>
            </a:r>
          </a:p>
          <a:p>
            <a:pPr lvl="1"/>
            <a:r>
              <a:rPr lang="en-GB" dirty="0"/>
              <a:t>Psychologists</a:t>
            </a:r>
          </a:p>
          <a:p>
            <a:pPr lvl="1"/>
            <a:r>
              <a:rPr lang="en-GB" dirty="0"/>
              <a:t>Epidemiologists</a:t>
            </a:r>
          </a:p>
          <a:p>
            <a:pPr lvl="1"/>
            <a:r>
              <a:rPr lang="en-GB" dirty="0"/>
              <a:t>Qualitative Social Researchers</a:t>
            </a:r>
          </a:p>
          <a:p>
            <a:r>
              <a:rPr lang="en-GB" dirty="0"/>
              <a:t>Innovative Statistical Methods:</a:t>
            </a:r>
          </a:p>
          <a:p>
            <a:pPr lvl="1"/>
            <a:r>
              <a:rPr lang="en-GB" dirty="0"/>
              <a:t>Conjoint analysis - how people value components of policy</a:t>
            </a:r>
          </a:p>
          <a:p>
            <a:pPr lvl="1"/>
            <a:r>
              <a:rPr lang="en-GB" dirty="0"/>
              <a:t>Focus groups (Jarrow experience) – people’s lived experience of the benefit system;</a:t>
            </a:r>
          </a:p>
          <a:p>
            <a:pPr lvl="1"/>
            <a:r>
              <a:rPr lang="en-GB" dirty="0"/>
              <a:t>Latent variable modelling</a:t>
            </a:r>
          </a:p>
          <a:p>
            <a:pPr lvl="1"/>
            <a:r>
              <a:rPr lang="en-GB" dirty="0"/>
              <a:t>Our Own Surveys: public opinion on reforms to transport, education, the welfare system</a:t>
            </a:r>
            <a:endParaRPr lang="en-GB" sz="1600" dirty="0"/>
          </a:p>
          <a:p>
            <a:r>
              <a:rPr lang="en-GB" dirty="0"/>
              <a:t>Agile development</a:t>
            </a:r>
          </a:p>
          <a:p>
            <a:pPr lvl="1"/>
            <a:r>
              <a:rPr lang="en-GB" dirty="0"/>
              <a:t>Custom models built quickly using notebooks as front-ends and ‘test first’ development.</a:t>
            </a:r>
          </a:p>
          <a:p>
            <a:r>
              <a:rPr lang="en-GB" dirty="0"/>
              <a:t>Microsimulation in teaching</a:t>
            </a:r>
          </a:p>
          <a:p>
            <a:pPr lvl="1"/>
            <a:r>
              <a:rPr lang="en-GB" dirty="0"/>
              <a:t>Tax Benefit models integrated into </a:t>
            </a:r>
            <a:r>
              <a:rPr lang="en-GB" dirty="0" err="1"/>
              <a:t>PostDoc</a:t>
            </a:r>
            <a:r>
              <a:rPr lang="en-GB" dirty="0"/>
              <a:t> level course</a:t>
            </a:r>
          </a:p>
          <a:p>
            <a:r>
              <a:rPr lang="en-GB" dirty="0"/>
              <a:t>Over 50 Publications in 2 years</a:t>
            </a:r>
          </a:p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46414-2791-393F-3293-8810B63C2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CommonSense</a:t>
            </a:r>
            <a:r>
              <a:rPr lang="en-GB" dirty="0"/>
              <a:t> Group</a:t>
            </a:r>
          </a:p>
        </p:txBody>
      </p:sp>
    </p:spTree>
    <p:extLst>
      <p:ext uri="{BB962C8B-B14F-4D97-AF65-F5344CB8AC3E}">
        <p14:creationId xmlns:p14="http://schemas.microsoft.com/office/powerpoint/2010/main" val="3162728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6769-14C1-E165-1028-009746427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B26F3-E976-85D7-56C7-207ECBFC9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fontAlgn="base"/>
            <a:r>
              <a:rPr lang="en-GB" u="sng" dirty="0">
                <a:hlinkClick r:id="rId2"/>
              </a:rPr>
              <a:t>Core members</a:t>
            </a:r>
            <a:r>
              <a:rPr lang="en-GB" dirty="0"/>
              <a:t> are:</a:t>
            </a:r>
            <a:r>
              <a:rPr lang="en-US" dirty="0"/>
              <a:t>​</a:t>
            </a:r>
          </a:p>
          <a:p>
            <a:pPr fontAlgn="base"/>
            <a:r>
              <a:rPr lang="en-GB" b="1" dirty="0"/>
              <a:t>Chair:</a:t>
            </a:r>
            <a:r>
              <a:rPr lang="en-GB" dirty="0"/>
              <a:t> </a:t>
            </a:r>
            <a:r>
              <a:rPr lang="en-GB" u="sng" dirty="0">
                <a:hlinkClick r:id="rId3"/>
              </a:rPr>
              <a:t>Matthew Johnson</a:t>
            </a:r>
            <a:r>
              <a:rPr lang="en-GB" dirty="0"/>
              <a:t>, Professor of Public Policy, Northumbria University</a:t>
            </a:r>
            <a:r>
              <a:rPr lang="en-US" dirty="0"/>
              <a:t>​</a:t>
            </a:r>
          </a:p>
          <a:p>
            <a:pPr fontAlgn="base"/>
            <a:r>
              <a:rPr lang="en-GB" b="1" dirty="0"/>
              <a:t>Public Affairs &amp; Impact Lead:</a:t>
            </a:r>
            <a:r>
              <a:rPr lang="en-GB" dirty="0"/>
              <a:t> </a:t>
            </a:r>
            <a:r>
              <a:rPr lang="en-GB" u="sng" dirty="0">
                <a:hlinkClick r:id="rId4"/>
              </a:rPr>
              <a:t>Elliott Johnson</a:t>
            </a:r>
            <a:r>
              <a:rPr lang="en-GB" dirty="0"/>
              <a:t>, Vice Chancellor's Fellow in Public Policy, Northumbria University</a:t>
            </a:r>
            <a:r>
              <a:rPr lang="en-US" dirty="0"/>
              <a:t>​</a:t>
            </a:r>
          </a:p>
          <a:p>
            <a:pPr fontAlgn="base"/>
            <a:r>
              <a:rPr lang="en-GB" b="1" dirty="0"/>
              <a:t>Behavioural Science Lead:</a:t>
            </a:r>
            <a:r>
              <a:rPr lang="en-GB" dirty="0"/>
              <a:t> </a:t>
            </a:r>
            <a:r>
              <a:rPr lang="en-GB" u="sng" dirty="0">
                <a:hlinkClick r:id="rId5"/>
              </a:rPr>
              <a:t>Daniel Nettle</a:t>
            </a:r>
            <a:r>
              <a:rPr lang="en-GB" dirty="0"/>
              <a:t>, Professor of Community Wellbeing, Northumbria University, and </a:t>
            </a:r>
            <a:r>
              <a:rPr lang="fr-FR" dirty="0"/>
              <a:t>Directeur de </a:t>
            </a:r>
            <a:r>
              <a:rPr lang="fr-FR" dirty="0" err="1"/>
              <a:t>reserche</a:t>
            </a:r>
            <a:r>
              <a:rPr lang="fr-FR" dirty="0"/>
              <a:t>, Institut Jean Nicod, CNRS, Paris</a:t>
            </a:r>
            <a:r>
              <a:rPr lang="en-GB" dirty="0"/>
              <a:t>​</a:t>
            </a:r>
          </a:p>
          <a:p>
            <a:pPr fontAlgn="base"/>
            <a:r>
              <a:rPr lang="en-GB" b="1" dirty="0"/>
              <a:t>Epidemiology Lead:</a:t>
            </a:r>
            <a:r>
              <a:rPr lang="en-GB" dirty="0"/>
              <a:t> </a:t>
            </a:r>
            <a:r>
              <a:rPr lang="en-GB" u="sng" dirty="0">
                <a:hlinkClick r:id="rId6"/>
              </a:rPr>
              <a:t>Kate Pickett</a:t>
            </a:r>
            <a:r>
              <a:rPr lang="en-GB" dirty="0"/>
              <a:t>, Professor of Epidemiology, University of York, and Academic Co-Director, Health Equity North</a:t>
            </a:r>
            <a:r>
              <a:rPr lang="en-US" dirty="0"/>
              <a:t>​</a:t>
            </a:r>
          </a:p>
          <a:p>
            <a:pPr fontAlgn="base"/>
            <a:r>
              <a:rPr lang="en-GB" b="1" dirty="0"/>
              <a:t>Economics Lead:</a:t>
            </a:r>
            <a:r>
              <a:rPr lang="en-GB" dirty="0"/>
              <a:t> </a:t>
            </a:r>
            <a:r>
              <a:rPr lang="en-GB" u="sng" dirty="0">
                <a:hlinkClick r:id="rId7"/>
              </a:rPr>
              <a:t>Howard Reed</a:t>
            </a:r>
            <a:r>
              <a:rPr lang="en-GB" dirty="0"/>
              <a:t>, Professor (Practice) in Public Policy, Northumbria University, and Director, Landman Economics</a:t>
            </a:r>
            <a:r>
              <a:rPr lang="en-US" dirty="0"/>
              <a:t>​</a:t>
            </a:r>
          </a:p>
          <a:p>
            <a:pPr fontAlgn="base"/>
            <a:r>
              <a:rPr lang="en-GB" b="1" dirty="0"/>
              <a:t>Innovation Lead:</a:t>
            </a:r>
            <a:r>
              <a:rPr lang="en-GB" dirty="0"/>
              <a:t> </a:t>
            </a:r>
            <a:r>
              <a:rPr lang="en-GB" u="sng" dirty="0">
                <a:hlinkClick r:id="rId8"/>
              </a:rPr>
              <a:t>Graham Stark</a:t>
            </a:r>
            <a:r>
              <a:rPr lang="en-GB" dirty="0"/>
              <a:t>, Senior Research Fellow in Public Policy, Northumbria University, and Director, Virtual Worlds</a:t>
            </a:r>
            <a:r>
              <a:rPr lang="en-US" dirty="0"/>
              <a:t>​</a:t>
            </a:r>
          </a:p>
          <a:p>
            <a:pPr fontAlgn="base"/>
            <a:r>
              <a:rPr lang="en-GB" b="1" dirty="0"/>
              <a:t>Communications Officer:</a:t>
            </a:r>
            <a:r>
              <a:rPr lang="en-GB" dirty="0"/>
              <a:t> </a:t>
            </a:r>
            <a:r>
              <a:rPr lang="en-GB" u="sng" dirty="0">
                <a:hlinkClick r:id="rId9"/>
              </a:rPr>
              <a:t>Anna Thew</a:t>
            </a:r>
            <a:r>
              <a:rPr lang="en-GB" dirty="0"/>
              <a:t>, Senior Research Assistant, Northumbria University</a:t>
            </a:r>
            <a:r>
              <a:rPr lang="en-US" dirty="0"/>
              <a:t>​</a:t>
            </a:r>
          </a:p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265E9-562C-DEF9-2C5C-4E4A4DF69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We Are</a:t>
            </a:r>
          </a:p>
        </p:txBody>
      </p:sp>
    </p:spTree>
    <p:extLst>
      <p:ext uri="{BB962C8B-B14F-4D97-AF65-F5344CB8AC3E}">
        <p14:creationId xmlns:p14="http://schemas.microsoft.com/office/powerpoint/2010/main" val="619933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23074-DB02-41EA-6B5D-8D9403768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ED5A-10A6-BAB4-F3E1-94A9E793A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7486" y="304801"/>
            <a:ext cx="5408840" cy="1085848"/>
          </a:xfrm>
        </p:spPr>
        <p:txBody>
          <a:bodyPr>
            <a:normAutofit fontScale="90000"/>
          </a:bodyPr>
          <a:lstStyle/>
          <a:p>
            <a:r>
              <a:rPr lang="en-GB" sz="2800" dirty="0">
                <a:latin typeface="Azo Sans" panose="020B0603030303020204" pitchFamily="34" charset="0"/>
              </a:rPr>
              <a:t>Common Sense Working With Government: </a:t>
            </a:r>
            <a:r>
              <a:rPr lang="en-GB" sz="2800" dirty="0"/>
              <a:t>Forecasting Scottish Child Poverty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28ECA1-ED0C-D0F3-7724-841D75AC4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37400"/>
            <a:ext cx="6975382" cy="48742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82E21A-8103-29F0-9FBF-32C83E3B477D}"/>
              </a:ext>
            </a:extLst>
          </p:cNvPr>
          <p:cNvSpPr txBox="1"/>
          <p:nvPr/>
        </p:nvSpPr>
        <p:spPr>
          <a:xfrm>
            <a:off x="7402287" y="1521278"/>
            <a:ext cx="44740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Uses the Landman model, augmented with forecasting components later used in Scotben, to project the level of child poverty in Scotland 2015-2030. Formed an important part of the Scottish Government’s poverty reduction strategy.</a:t>
            </a:r>
          </a:p>
        </p:txBody>
      </p:sp>
    </p:spTree>
    <p:extLst>
      <p:ext uri="{BB962C8B-B14F-4D97-AF65-F5344CB8AC3E}">
        <p14:creationId xmlns:p14="http://schemas.microsoft.com/office/powerpoint/2010/main" val="535974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7041B-0F17-F760-3CEB-F45940F8A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E514F-DF56-D4A3-A8BA-E00D7B178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4752" y="304801"/>
            <a:ext cx="5275848" cy="1085848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Azo Sans" panose="020B0603030303020204" pitchFamily="34" charset="0"/>
              </a:rPr>
              <a:t>Common Sense I Working With Government: </a:t>
            </a:r>
            <a:r>
              <a:rPr lang="en-GB" sz="2000" dirty="0"/>
              <a:t>Equality and Human Rights Commission (EHRC)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65BD1B-BBDA-471F-7761-DED5134A6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88" y="1521278"/>
            <a:ext cx="6563226" cy="52488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3F131F-A465-279F-BD63-C2ACED43EC54}"/>
              </a:ext>
            </a:extLst>
          </p:cNvPr>
          <p:cNvSpPr txBox="1"/>
          <p:nvPr/>
        </p:nvSpPr>
        <p:spPr>
          <a:xfrm>
            <a:off x="7674429" y="1521278"/>
            <a:ext cx="42018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cumulative impact assessment of the changes to the tax and welfare  over the period 2010-2018.</a:t>
            </a:r>
          </a:p>
          <a:p>
            <a:endParaRPr lang="en-GB" dirty="0"/>
          </a:p>
          <a:p>
            <a:r>
              <a:rPr lang="en-GB" dirty="0"/>
              <a:t>A companion report models the effects on household of public spending cuts over the same period.</a:t>
            </a:r>
          </a:p>
          <a:p>
            <a:endParaRPr lang="en-GB" dirty="0"/>
          </a:p>
          <a:p>
            <a:r>
              <a:rPr lang="en-GB" dirty="0"/>
              <a:t>Uses the Landman model.</a:t>
            </a:r>
          </a:p>
        </p:txBody>
      </p:sp>
    </p:spTree>
    <p:extLst>
      <p:ext uri="{BB962C8B-B14F-4D97-AF65-F5344CB8AC3E}">
        <p14:creationId xmlns:p14="http://schemas.microsoft.com/office/powerpoint/2010/main" val="3967334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630C6-4400-BE73-12EC-2075E8D91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A7549-8C1A-0638-7EC6-1406077E3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4752" y="668533"/>
            <a:ext cx="5361574" cy="722116"/>
          </a:xfrm>
        </p:spPr>
        <p:txBody>
          <a:bodyPr>
            <a:normAutofit fontScale="90000"/>
          </a:bodyPr>
          <a:lstStyle/>
          <a:p>
            <a:r>
              <a:rPr lang="en-GB" sz="2800" dirty="0">
                <a:latin typeface="Azo Sans" panose="020B0603030303020204" pitchFamily="34" charset="0"/>
              </a:rPr>
              <a:t>Common Sense Working With Government: </a:t>
            </a:r>
            <a:r>
              <a:rPr lang="en-GB" sz="2800" dirty="0"/>
              <a:t>Scottish Legal Aid Board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C840D3-6DE8-85EB-BA42-DC2766A97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2428162"/>
            <a:ext cx="7805055" cy="38746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ECAA5D-BFAB-82BE-43DB-CB02AC607D55}"/>
              </a:ext>
            </a:extLst>
          </p:cNvPr>
          <p:cNvSpPr txBox="1"/>
          <p:nvPr/>
        </p:nvSpPr>
        <p:spPr>
          <a:xfrm>
            <a:off x="8001001" y="1251856"/>
            <a:ext cx="40168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Modelling changes to Legal Aid entitlement for Scottish Legal Aid Board (SLAB). Informing two Scottish Parliament enquiries.</a:t>
            </a:r>
          </a:p>
          <a:p>
            <a:endParaRPr lang="en-GB" dirty="0"/>
          </a:p>
          <a:p>
            <a:r>
              <a:rPr lang="en-GB" dirty="0"/>
              <a:t>Using a modified version of Scotben augmented with SLAB administrative data.</a:t>
            </a:r>
          </a:p>
          <a:p>
            <a:endParaRPr lang="en-GB" dirty="0"/>
          </a:p>
          <a:p>
            <a:r>
              <a:rPr lang="en-GB" dirty="0"/>
              <a:t>Has an easy to use web front-end.</a:t>
            </a:r>
          </a:p>
        </p:txBody>
      </p:sp>
    </p:spTree>
    <p:extLst>
      <p:ext uri="{BB962C8B-B14F-4D97-AF65-F5344CB8AC3E}">
        <p14:creationId xmlns:p14="http://schemas.microsoft.com/office/powerpoint/2010/main" val="372132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9AA90-41E5-2F1B-213E-4CF8A0AF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84F3A-EF96-77C8-7B50-1B168CCBA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4752" y="668533"/>
            <a:ext cx="5361574" cy="722116"/>
          </a:xfrm>
        </p:spPr>
        <p:txBody>
          <a:bodyPr>
            <a:normAutofit/>
          </a:bodyPr>
          <a:lstStyle/>
          <a:p>
            <a:r>
              <a:rPr lang="en-GB" sz="1800" dirty="0">
                <a:latin typeface="Azo Sans" panose="020B0603030303020204" pitchFamily="34" charset="0"/>
              </a:rPr>
              <a:t>Common Sense Working With Government</a:t>
            </a:r>
            <a:r>
              <a:rPr lang="en-GB" sz="1800" dirty="0"/>
              <a:t>:</a:t>
            </a:r>
            <a:br>
              <a:rPr lang="en-GB" sz="1800" dirty="0"/>
            </a:br>
            <a:r>
              <a:rPr lang="en-GB" sz="1800" dirty="0"/>
              <a:t>The Low Pay Commission 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A8EA8524-09CC-F9B8-C487-F5A24CE52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49" y="1502228"/>
            <a:ext cx="7025070" cy="520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E09359-CE4A-445E-EEEF-6A3DB95BE3D9}"/>
              </a:ext>
            </a:extLst>
          </p:cNvPr>
          <p:cNvSpPr txBox="1"/>
          <p:nvPr/>
        </p:nvSpPr>
        <p:spPr>
          <a:xfrm>
            <a:off x="7728857" y="1785256"/>
            <a:ext cx="36467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Modelling the distributional effects of possible increase to the minimum wage.</a:t>
            </a:r>
          </a:p>
          <a:p>
            <a:endParaRPr lang="en-GB" dirty="0"/>
          </a:p>
          <a:p>
            <a:r>
              <a:rPr lang="en-GB" dirty="0"/>
              <a:t>Work in progress, using the Landman model</a:t>
            </a:r>
          </a:p>
        </p:txBody>
      </p:sp>
    </p:spTree>
    <p:extLst>
      <p:ext uri="{BB962C8B-B14F-4D97-AF65-F5344CB8AC3E}">
        <p14:creationId xmlns:p14="http://schemas.microsoft.com/office/powerpoint/2010/main" val="1934660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9E42A-CEF9-473A-B593-7DA9C7F73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012B-3B2B-6C04-D4A3-51D9A780E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4752" y="668533"/>
            <a:ext cx="5361574" cy="801038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Current Modelling Capacity		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FB366-8160-E19E-DC66-60BAAB31D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251" y="2171699"/>
            <a:ext cx="10876546" cy="437303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Landman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TriplePC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ScotBen</a:t>
            </a:r>
          </a:p>
          <a:p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424893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B0502-AF69-E653-1ADD-3629CB9F5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2423E-7C5C-090D-593B-C45416A75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4752" y="668533"/>
            <a:ext cx="5361574" cy="722116"/>
          </a:xfrm>
        </p:spPr>
        <p:txBody>
          <a:bodyPr>
            <a:normAutofit fontScale="90000"/>
          </a:bodyPr>
          <a:lstStyle/>
          <a:p>
            <a:r>
              <a:rPr lang="en-GB" sz="2800" dirty="0">
                <a:latin typeface="Azo Sans" panose="020B0603030303020204" pitchFamily="34" charset="0"/>
              </a:rPr>
              <a:t>Common Sense Microsimulation Capacity: </a:t>
            </a:r>
            <a:r>
              <a:rPr lang="en-GB" sz="2800" dirty="0"/>
              <a:t>The Landman Tax-Transfer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AD231A-727D-FF25-7595-5DE307DA4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8330"/>
            <a:ext cx="7456714" cy="34382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360D9F-FEAF-8ACB-CC93-028EFE67F70D}"/>
              </a:ext>
            </a:extLst>
          </p:cNvPr>
          <p:cNvSpPr txBox="1"/>
          <p:nvPr/>
        </p:nvSpPr>
        <p:spPr>
          <a:xfrm>
            <a:off x="7859486" y="1502228"/>
            <a:ext cx="41692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zo Sans" panose="020B0603030303020204" pitchFamily="34" charset="0"/>
              </a:rPr>
              <a:t>Microsimulation model of the UK, derived from the IPPR and IFS tax and benefit models.</a:t>
            </a:r>
          </a:p>
          <a:p>
            <a:endParaRPr lang="en-GB" dirty="0">
              <a:latin typeface="Azo Sans" panose="020B0603030303020204" pitchFamily="34" charset="0"/>
            </a:endParaRPr>
          </a:p>
          <a:p>
            <a:r>
              <a:rPr lang="en-GB" dirty="0">
                <a:latin typeface="Azo Sans" panose="020B0603030303020204" pitchFamily="34" charset="0"/>
              </a:rPr>
              <a:t>Written in Python. </a:t>
            </a:r>
          </a:p>
          <a:p>
            <a:endParaRPr lang="en-GB" dirty="0">
              <a:latin typeface="Azo Sans" panose="020B0603030303020204" pitchFamily="34" charset="0"/>
            </a:endParaRPr>
          </a:p>
          <a:p>
            <a:r>
              <a:rPr lang="en-GB" dirty="0">
                <a:latin typeface="Azo Sans" panose="020B0603030303020204" pitchFamily="34" charset="0"/>
              </a:rPr>
              <a:t>Uses WAS and LCF data.</a:t>
            </a:r>
          </a:p>
          <a:p>
            <a:endParaRPr lang="en-GB" dirty="0">
              <a:latin typeface="Azo Sans" panose="020B0603030303020204" pitchFamily="34" charset="0"/>
            </a:endParaRPr>
          </a:p>
          <a:p>
            <a:r>
              <a:rPr lang="en-GB" dirty="0">
                <a:latin typeface="Azo Sans" panose="020B0603030303020204" pitchFamily="34" charset="0"/>
              </a:rPr>
              <a:t>Figure shows Landman running in a </a:t>
            </a:r>
            <a:r>
              <a:rPr lang="en-GB" dirty="0" err="1">
                <a:latin typeface="Azo Sans" panose="020B0603030303020204" pitchFamily="34" charset="0"/>
              </a:rPr>
              <a:t>Juypter</a:t>
            </a:r>
            <a:r>
              <a:rPr lang="en-GB" dirty="0">
                <a:latin typeface="Azo Sans" panose="020B0603030303020204" pitchFamily="34" charset="0"/>
              </a:rPr>
              <a:t> notebook, as part of a new postdoc level tax-benefit policy course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9530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D9792-67C3-87AB-38E6-AB1D07912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EC882-A351-1CAC-B16A-2AEFC4F72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4752" y="668533"/>
            <a:ext cx="5361574" cy="722116"/>
          </a:xfrm>
        </p:spPr>
        <p:txBody>
          <a:bodyPr>
            <a:normAutofit fontScale="90000"/>
          </a:bodyPr>
          <a:lstStyle/>
          <a:p>
            <a:r>
              <a:rPr lang="en-GB" sz="2800" dirty="0">
                <a:latin typeface="Azo Sans" panose="020B0603030303020204" pitchFamily="34" charset="0"/>
              </a:rPr>
              <a:t>Common Sense Microsimulation Capacity</a:t>
            </a:r>
            <a:r>
              <a:rPr lang="en-GB" sz="2800" dirty="0"/>
              <a:t>: TriplePC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D2C34-5A14-6DED-31CA-56D87FBD06B8}"/>
              </a:ext>
            </a:extLst>
          </p:cNvPr>
          <p:cNvSpPr txBox="1"/>
          <p:nvPr/>
        </p:nvSpPr>
        <p:spPr>
          <a:xfrm>
            <a:off x="7859486" y="1390649"/>
            <a:ext cx="4016828" cy="570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zo Sans" panose="020B0603030303020204" pitchFamily="34" charset="0"/>
                <a:ea typeface="Tahoma" panose="020B0604030504040204" pitchFamily="34" charset="0"/>
              </a:rPr>
              <a:t>TriplePC is a conventional tax-benefit model, written in Julia and using Family Resources Survey (FRS) data, but with two novel outcomes:</a:t>
            </a:r>
          </a:p>
          <a:p>
            <a:endParaRPr lang="en-GB" dirty="0">
              <a:latin typeface="Azo Sans" panose="020B0603030303020204" pitchFamily="34" charset="0"/>
              <a:ea typeface="Tahom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latin typeface="Azo Sans" panose="020B0603030303020204" pitchFamily="34" charset="0"/>
                <a:ea typeface="Tahoma" panose="020B0604030504040204" pitchFamily="34" charset="0"/>
              </a:rPr>
              <a:t>Public opinion derived from Conjoint Analysis – is your policy mix political suicide?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latin typeface="Azo Sans" panose="020B0603030303020204" pitchFamily="34" charset="0"/>
                <a:ea typeface="Tahoma" panose="020B0604030504040204" pitchFamily="34" charset="0"/>
              </a:rPr>
              <a:t>health outcomes derived from observational data – what do your changes mean for mental health and life expectancy?</a:t>
            </a:r>
          </a:p>
          <a:p>
            <a:endParaRPr lang="en-GB" dirty="0">
              <a:latin typeface="Azo Sans" panose="020B0603030303020204" pitchFamily="34" charset="0"/>
              <a:ea typeface="Tahoma" panose="020B0604030504040204" pitchFamily="34" charset="0"/>
            </a:endParaRPr>
          </a:p>
          <a:p>
            <a:pPr>
              <a:spcAft>
                <a:spcPts val="600"/>
              </a:spcAft>
            </a:pPr>
            <a:r>
              <a:rPr lang="en-GB" dirty="0">
                <a:latin typeface="Azo Sans" panose="020B0603030303020204" pitchFamily="34" charset="0"/>
                <a:ea typeface="Tahoma" panose="020B0604030504040204" pitchFamily="34" charset="0"/>
              </a:rPr>
              <a:t>Uses an adapted version of ScotBen, Publicly available with a Web front end (https://triplepc.northumbria.ac.uk)</a:t>
            </a:r>
          </a:p>
          <a:p>
            <a:endParaRPr lang="en-GB" dirty="0">
              <a:latin typeface="Azo Sans" panose="020B0603030303020204" pitchFamily="34" charset="0"/>
            </a:endParaRP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69CC50-BC09-974E-3384-4360B3728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5003"/>
            <a:ext cx="7717971" cy="363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063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D4DD2-AAC6-423B-2161-CE949770E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D07B-FFAF-BED1-753B-FBEFE8500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4752" y="668533"/>
            <a:ext cx="5361574" cy="722116"/>
          </a:xfrm>
        </p:spPr>
        <p:txBody>
          <a:bodyPr>
            <a:normAutofit fontScale="90000"/>
          </a:bodyPr>
          <a:lstStyle/>
          <a:p>
            <a:r>
              <a:rPr lang="en-GB" sz="2800" dirty="0">
                <a:latin typeface="Azo Sans" panose="020B0603030303020204" pitchFamily="34" charset="0"/>
              </a:rPr>
              <a:t>Common Sense Microsimulation Capacity: </a:t>
            </a:r>
            <a:r>
              <a:rPr lang="en-GB" sz="2800" dirty="0"/>
              <a:t>ScotBen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84F0E3-49CA-E80E-FC24-8F2C4C8B2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44" y="2035629"/>
            <a:ext cx="7010399" cy="47243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A3A943-B926-47A5-AAE9-89A7B76EA0D4}"/>
              </a:ext>
            </a:extLst>
          </p:cNvPr>
          <p:cNvSpPr txBox="1"/>
          <p:nvPr/>
        </p:nvSpPr>
        <p:spPr>
          <a:xfrm>
            <a:off x="7859486" y="1502228"/>
            <a:ext cx="40168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zo Sans" panose="020B0603030303020204" pitchFamily="34" charset="0"/>
              </a:rPr>
              <a:t>Scotben is a new Microsimulation model of Scotland, written in the Julia programming language and using matched FRS, LCF, WAS and Scottish Household Survey Data.</a:t>
            </a:r>
          </a:p>
          <a:p>
            <a:endParaRPr lang="en-GB" dirty="0">
              <a:latin typeface="Azo Sans" panose="020B0603030303020204" pitchFamily="34" charset="0"/>
            </a:endParaRPr>
          </a:p>
          <a:p>
            <a:r>
              <a:rPr lang="en-GB" dirty="0">
                <a:latin typeface="Azo Sans" panose="020B0603030303020204" pitchFamily="34" charset="0"/>
              </a:rPr>
              <a:t>The picture shows ScotBen running inside an Interactive Pluto notebook.</a:t>
            </a:r>
          </a:p>
          <a:p>
            <a:endParaRPr lang="en-GB" dirty="0">
              <a:latin typeface="Azo Sans" panose="020B0603030303020204" pitchFamily="34" charset="0"/>
            </a:endParaRPr>
          </a:p>
          <a:p>
            <a:r>
              <a:rPr lang="en-GB" dirty="0">
                <a:latin typeface="Azo Sans" panose="020B0603030303020204" pitchFamily="34" charset="0"/>
              </a:rPr>
              <a:t>Features include:</a:t>
            </a:r>
          </a:p>
          <a:p>
            <a:r>
              <a:rPr lang="en-GB" dirty="0">
                <a:latin typeface="Azo Sans" panose="020B0603030303020204" pitchFamily="34" charset="0"/>
              </a:rPr>
              <a:t>Built-in reweighting and </a:t>
            </a:r>
            <a:r>
              <a:rPr lang="en-GB" dirty="0" err="1">
                <a:latin typeface="Azo Sans" panose="020B0603030303020204" pitchFamily="34" charset="0"/>
              </a:rPr>
              <a:t>datamatching</a:t>
            </a:r>
            <a:endParaRPr lang="en-GB" dirty="0">
              <a:latin typeface="Azo Sans" panose="020B0603030303020204" pitchFamily="34" charset="0"/>
            </a:endParaRPr>
          </a:p>
          <a:p>
            <a:r>
              <a:rPr lang="en-GB" dirty="0">
                <a:latin typeface="Azo Sans" panose="020B0603030303020204" pitchFamily="34" charset="0"/>
              </a:rPr>
              <a:t>Precise budget constraints</a:t>
            </a:r>
          </a:p>
          <a:p>
            <a:r>
              <a:rPr lang="en-GB" dirty="0">
                <a:latin typeface="Azo Sans" panose="020B0603030303020204" pitchFamily="34" charset="0"/>
              </a:rPr>
              <a:t>Extensive test-suite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84156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DESIGN_ID_WHITE TITLE SLIDE" val="ShOPlSN2"/>
  <p:tag name="ARTICULATE_SLIDE_COUNT" val="1"/>
  <p:tag name="ARTICULATE_DESIGN_ID_WHITE CONTENT SLIDE" val="85Ty7jw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White Title Slid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2">
      <a:majorFont>
        <a:latin typeface="Azo Sans Medium"/>
        <a:ea typeface=""/>
        <a:cs typeface=""/>
      </a:majorFont>
      <a:minorFont>
        <a:latin typeface="Az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BBD1DF4-64A6-4571-8C81-718CC3FE5FE3}" vid="{82891578-329E-4272-A295-AB24919C6D0B}"/>
    </a:ext>
  </a:extLst>
</a:theme>
</file>

<file path=ppt/theme/theme2.xml><?xml version="1.0" encoding="utf-8"?>
<a:theme xmlns:a="http://schemas.openxmlformats.org/drawingml/2006/main" name="Black Title Slid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BBD1DF4-64A6-4571-8C81-718CC3FE5FE3}" vid="{92D32F4A-5E17-47C5-93A9-7C780A9F176A}"/>
    </a:ext>
  </a:extLst>
</a:theme>
</file>

<file path=ppt/theme/theme3.xml><?xml version="1.0" encoding="utf-8"?>
<a:theme xmlns:a="http://schemas.openxmlformats.org/drawingml/2006/main" name="White Content Slid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BBD1DF4-64A6-4571-8C81-718CC3FE5FE3}" vid="{BEE52CDE-5F86-49BB-AF6B-7A5908567397}"/>
    </a:ext>
  </a:extLst>
</a:theme>
</file>

<file path=ppt/theme/theme4.xml><?xml version="1.0" encoding="utf-8"?>
<a:theme xmlns:a="http://schemas.openxmlformats.org/drawingml/2006/main" name="Black Content Slid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BBD1DF4-64A6-4571-8C81-718CC3FE5FE3}" vid="{4B996614-FE77-4BD1-BC01-369E3D1614B7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CF0B0C2615184BA7AF8390D12441D4" ma:contentTypeVersion="13" ma:contentTypeDescription="Create a new document." ma:contentTypeScope="" ma:versionID="305064ec2938454168bd535d3d319d38">
  <xsd:schema xmlns:xsd="http://www.w3.org/2001/XMLSchema" xmlns:xs="http://www.w3.org/2001/XMLSchema" xmlns:p="http://schemas.microsoft.com/office/2006/metadata/properties" xmlns:ns3="73f445f3-1322-412d-be97-6a365214f484" xmlns:ns4="09584b0e-0a5a-4b49-ac24-fe1d30778bce" targetNamespace="http://schemas.microsoft.com/office/2006/metadata/properties" ma:root="true" ma:fieldsID="3ec02023ad3b3ecc32b7a2d63734c6b3" ns3:_="" ns4:_="">
    <xsd:import namespace="73f445f3-1322-412d-be97-6a365214f484"/>
    <xsd:import namespace="09584b0e-0a5a-4b49-ac24-fe1d30778bc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ystemTag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f445f3-1322-412d-be97-6a365214f4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584b0e-0a5a-4b49-ac24-fe1d30778b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9584b0e-0a5a-4b49-ac24-fe1d30778bce">
      <UserInfo>
        <DisplayName>Sophie Harrold</DisplayName>
        <AccountId>652</AccountId>
        <AccountType/>
      </UserInfo>
    </SharedWithUsers>
    <_activity xmlns="73f445f3-1322-412d-be97-6a365214f484" xsi:nil="true"/>
  </documentManagement>
</p:properties>
</file>

<file path=customXml/itemProps1.xml><?xml version="1.0" encoding="utf-8"?>
<ds:datastoreItem xmlns:ds="http://schemas.openxmlformats.org/officeDocument/2006/customXml" ds:itemID="{09A8BC20-161E-4598-A18E-1E63E144DCF8}">
  <ds:schemaRefs>
    <ds:schemaRef ds:uri="09584b0e-0a5a-4b49-ac24-fe1d30778bce"/>
    <ds:schemaRef ds:uri="73f445f3-1322-412d-be97-6a365214f48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E1928B8-4EE3-44E3-A3DA-589E26844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5DB007-3F72-46CD-9C65-144C36337EF5}">
  <ds:schemaRefs>
    <ds:schemaRef ds:uri="http://schemas.microsoft.com/office/2006/documentManagement/types"/>
    <ds:schemaRef ds:uri="09584b0e-0a5a-4b49-ac24-fe1d30778bce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73f445f3-1322-412d-be97-6a365214f484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NU PowerPoint Template Azo Sans v4. 23.11.18</Template>
  <TotalTime>2803</TotalTime>
  <Words>657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Azo Sans</vt:lpstr>
      <vt:lpstr>Azo Sans Black</vt:lpstr>
      <vt:lpstr>Azo Sans Light</vt:lpstr>
      <vt:lpstr>Azo Sans Thin</vt:lpstr>
      <vt:lpstr>Calibri</vt:lpstr>
      <vt:lpstr>Wingdings</vt:lpstr>
      <vt:lpstr>White Title Slide</vt:lpstr>
      <vt:lpstr>Black Title Slide</vt:lpstr>
      <vt:lpstr>White Content Slide</vt:lpstr>
      <vt:lpstr>Black Content Slide</vt:lpstr>
      <vt:lpstr>Microsimulation Work With Government At the University of Northumbria</vt:lpstr>
      <vt:lpstr>The CommonSense Group</vt:lpstr>
      <vt:lpstr>Who We Are</vt:lpstr>
      <vt:lpstr>Common Sense Working With Government: Forecasting Scottish Child Poverty</vt:lpstr>
      <vt:lpstr>Common Sense I Working With Government: Equality and Human Rights Commission (EHRC)</vt:lpstr>
      <vt:lpstr>Common Sense Working With Government: Scottish Legal Aid Board </vt:lpstr>
      <vt:lpstr>Common Sense Working With Government: The Low Pay Commission </vt:lpstr>
      <vt:lpstr>Current Modelling Capacity   </vt:lpstr>
      <vt:lpstr>Common Sense Microsimulation Capacity: The Landman Tax-Transfer Model</vt:lpstr>
      <vt:lpstr>Common Sense Microsimulation Capacity: TriplePC</vt:lpstr>
      <vt:lpstr>Common Sense Microsimulation Capacity: ScotBen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PowerPoint Template</dc:title>
  <dc:creator>Graham Stark</dc:creator>
  <cp:lastModifiedBy>Graham Stark</cp:lastModifiedBy>
  <cp:revision>11</cp:revision>
  <dcterms:created xsi:type="dcterms:W3CDTF">2023-12-29T14:12:19Z</dcterms:created>
  <dcterms:modified xsi:type="dcterms:W3CDTF">2025-10-30T19:29:59Z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0x010100E7CF0B0C2615184BA7AF8390D12441D4</vt:lpwstr>
  </property>
  <property fmtid="{D5CDD505-2E9C-101B-9397-08002B2CF9AE}" pid="3" name="ArticulateGUID">
    <vt:lpwstr>FAA5DD46-CCB8-4311-973C-DC41CF4C2075</vt:lpwstr>
  </property>
  <property fmtid="{D5CDD505-2E9C-101B-9397-08002B2CF9AE}" pid="4" name="ArticulatePath">
    <vt:lpwstr>https://livenorthumbriaac.sharepoint.com/sites/image/brandkit/Templates/Corporate Templates/NU PowerPoint Template Azo Sans v4. 23.11.18</vt:lpwstr>
  </property>
</Properties>
</file>